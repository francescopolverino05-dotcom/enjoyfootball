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942745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04/09/2026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N°34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93121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972919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rapidita’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SKIP PASSAGGIO E PARATA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SKIP FRONTALE PASSAGGIO E PRESA  P CHIAMA IL COLORE ESPOSTO DA P DI MOVIMENTO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074040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propocettiva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e psico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PROPOCETTIVITA’ E PSICOCINETICA 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ABILITA’  CON UNO O PIU’ PALLONI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</a:t>
            </a:r>
            <a:r>
              <a:rPr lang="it-IT" dirty="0" smtClean="0"/>
              <a:t>……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706" y="1176087"/>
            <a:ext cx="1515612" cy="10433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5077" y="3145033"/>
            <a:ext cx="2020889" cy="129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103</Words>
  <Application>Microsoft Office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28</cp:revision>
  <cp:lastPrinted>2026-08-05T05:19:17Z</cp:lastPrinted>
  <dcterms:created xsi:type="dcterms:W3CDTF">2026-08-04T17:16:34Z</dcterms:created>
  <dcterms:modified xsi:type="dcterms:W3CDTF">2026-09-04T10:00:50Z</dcterms:modified>
</cp:coreProperties>
</file>