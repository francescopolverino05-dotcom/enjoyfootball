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18/08/2026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18/08/2026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88614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</a:t>
                      </a:r>
                      <a:r>
                        <a:rPr lang="it-IT" sz="80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:</a:t>
                      </a:r>
                      <a:r>
                        <a:rPr lang="it-IT" sz="800" baseline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19/08/2026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N°20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365257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970317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AMICHEVOLE   </a:t>
                      </a:r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INTERNA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789210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TOTAL BODY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TRX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ELASTICI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LAVORI PLIOMETRICI E CON WALL BALL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79</Words>
  <Application>Microsoft Office PowerPoint</Application>
  <PresentationFormat>Widescreen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22</cp:revision>
  <cp:lastPrinted>2026-08-05T05:19:17Z</cp:lastPrinted>
  <dcterms:created xsi:type="dcterms:W3CDTF">2026-08-04T17:16:34Z</dcterms:created>
  <dcterms:modified xsi:type="dcterms:W3CDTF">2026-08-18T20:51:02Z</dcterms:modified>
</cp:coreProperties>
</file>