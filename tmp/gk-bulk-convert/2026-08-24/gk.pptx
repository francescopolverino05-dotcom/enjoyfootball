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23/08/2026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745628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24/08/2026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N°24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453331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564996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SPOSATEMNTI E PRESE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CHIAMA I COLORI E P EFFETUA I VARI SPOSATEMNTI EFFETTUANDO PRESE VARIE DIREZIONI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PASSANO WALL BAL  P EFFETTUA SPOSTAMENTO PASSI ACCOSTATI E PRESE VARIE DIREZIONI,VARIE POSIZONI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PASSO INCROCIATO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PASSAGGIO CON P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CONTROLLA E TRAMETTE NELLA PORTICINA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ATTACCA IL CINESE ROSSO E SCAMBIA 3 VOLTE WALL BALL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EFFETTUA SPOSTAMENTO ED EFFETTUA PARATA IN TUFFO DA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SE BLOCCA CERCA TRASMISSIONE NELLA PORTICINA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3 SPOSTAMENTI  + 3 PRESE PARTENDO DAL GIALLO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INCROCIATA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PASSO ACCOSTATO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SPOSATMENTO PER RECUPERARE BISETTRICE SU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922351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 SUPERIORI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MOBILITA’ TRX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LAVORI CON ELASTICI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CORE STABILITI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LOMBARI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CIRCUITO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BRACCIA PETTO SPALLE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PODALICO IN ANALITICO(PASSAGGI VARIE DIREZIONI)</a:t>
                      </a:r>
                    </a:p>
                    <a:p>
                      <a:r>
                        <a:rPr lang="it-IT" sz="1000" baseline="0" dirty="0" smtClean="0"/>
                        <a:t>P PALLEGGIA CON LA WALL BALL CON M </a:t>
                      </a:r>
                    </a:p>
                    <a:p>
                      <a:r>
                        <a:rPr lang="it-IT" sz="1000" baseline="0" dirty="0" smtClean="0"/>
                        <a:t>POI SI SPOSTA VERSO P E CERCA IL TERZO UOMO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SITUAZIONI DI BLOCCO BASSO</a:t>
                      </a:r>
                    </a:p>
                    <a:p>
                      <a:r>
                        <a:rPr lang="it-IT" sz="1000" baseline="0" dirty="0" smtClean="0"/>
                        <a:t>-SENZA PRESSIONE</a:t>
                      </a:r>
                    </a:p>
                    <a:p>
                      <a:r>
                        <a:rPr lang="it-IT" sz="1000" baseline="0" dirty="0" smtClean="0"/>
                        <a:t>-CON PRESIONE</a:t>
                      </a:r>
                    </a:p>
                    <a:p>
                      <a:endParaRPr lang="it-IT" sz="1000" baseline="0" dirty="0" smtClean="0"/>
                    </a:p>
                    <a:p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94691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5657" y="4342335"/>
            <a:ext cx="1404844" cy="7485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1344" y="4342335"/>
            <a:ext cx="1257728" cy="7485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5657" y="5145901"/>
            <a:ext cx="1404844" cy="9689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1344" y="5203445"/>
            <a:ext cx="1154691" cy="8919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9163" y="1129595"/>
            <a:ext cx="1882303" cy="18060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0328" y="3364324"/>
            <a:ext cx="1319926" cy="9610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0706" y="5078946"/>
            <a:ext cx="2451590" cy="13157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287" y="3364324"/>
            <a:ext cx="1799946" cy="14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206</Words>
  <Application>Microsoft Office PowerPoint</Application>
  <PresentationFormat>Widescreen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27</cp:revision>
  <cp:lastPrinted>2026-08-05T05:19:17Z</cp:lastPrinted>
  <dcterms:created xsi:type="dcterms:W3CDTF">2026-08-04T17:16:34Z</dcterms:created>
  <dcterms:modified xsi:type="dcterms:W3CDTF">2026-08-23T21:37:15Z</dcterms:modified>
</cp:coreProperties>
</file>