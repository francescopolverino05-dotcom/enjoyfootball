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6900A-55A3-459A-815B-2195A9A1FDBD}" type="datetimeFigureOut">
              <a:rPr lang="it-IT" smtClean="0"/>
              <a:t>29/07/2026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48BF8-75BF-40BB-8384-EA57FFC432D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4182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66688" y="841375"/>
            <a:ext cx="7466013" cy="420052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9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659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86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8807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0949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493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990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1003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071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620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267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071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180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681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29/07/2026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556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29/07/2026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394804"/>
              </p:ext>
            </p:extLst>
          </p:nvPr>
        </p:nvGraphicFramePr>
        <p:xfrm>
          <a:off x="5399308" y="891357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OBIETTIVO:DIF.PORTA CONTROMOVIMENTO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 CON PSICOCINETICA </a:t>
                      </a: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FASE GLOBALE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DI MOVIMENTO  GUIDA  E IMBUCA  PER P2 SCARICA A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CHE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CALCIA VERSO IL PRIMO PALO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VARIANTE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LASCIA LAPPA P EFFETTUA ATTACCO PALLA IN CONTROMOV.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-CON SCUDO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92075" marR="0" lvl="0" indent="0" algn="l" defTabSz="914400" rtl="0" eaLnBrk="1" fontAlgn="auto" latinLnBrk="0" hangingPunct="1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 smtClean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it-IT" sz="800" b="1" kern="120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CCVV 2 MIN</a:t>
                      </a:r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78983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</a:t>
                      </a:r>
                      <a:r>
                        <a:rPr lang="it-IT" sz="1100" i="1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ISOMETRIA ARTI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INF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CORE STABILITY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CON ASTA E FIT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TECNICA DI CORSA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-ALTERNANZA DI VARIE CORSE E IMPULSI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 smtClean="0"/>
                        <a:t>-</a:t>
                      </a:r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701" y="1194940"/>
            <a:ext cx="2324301" cy="137171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6841" y="3145033"/>
            <a:ext cx="2814919" cy="1539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219" y="2662792"/>
            <a:ext cx="877900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31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126</Words>
  <Application>Microsoft Office PowerPoint</Application>
  <PresentationFormat>Widescreen</PresentationFormat>
  <Paragraphs>93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2026-07-28T11:57:42Z</dcterms:created>
  <dcterms:modified xsi:type="dcterms:W3CDTF">2026-07-29T09:50:00Z</dcterms:modified>
</cp:coreProperties>
</file>