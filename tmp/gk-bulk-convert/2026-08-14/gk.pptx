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554888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14/08/2026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N°17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596260"/>
              </p:ext>
            </p:extLst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13260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</a:t>
                      </a:r>
                      <a:r>
                        <a:rPr lang="it-IT" sz="900" i="1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: </a:t>
                      </a:r>
                      <a:r>
                        <a:rPr lang="it-IT" sz="900" i="1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CAPACITA’ DI REAZIONE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CAPACITA’ DI REAZIONI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LAVORO PSICOCINETICA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LAVORI DI PALLA SBUCATA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AMICHE VOLE INTERNA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322128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PRE-GARA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 </a:t>
                      </a:r>
                      <a:r>
                        <a:rPr lang="it-IT" sz="1000" baseline="0" dirty="0" smtClean="0"/>
                        <a:t>LAVORI PROPOCETTIVI , PREVENZIONE E RINFORZO ARTI INFERIORI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VARIANTE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PSICOCINETICA 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97</Words>
  <Application>Microsoft Office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15</cp:revision>
  <cp:lastPrinted>2026-08-05T05:19:17Z</cp:lastPrinted>
  <dcterms:created xsi:type="dcterms:W3CDTF">2026-08-04T17:16:34Z</dcterms:created>
  <dcterms:modified xsi:type="dcterms:W3CDTF">2026-08-13T15:49:30Z</dcterms:modified>
</cp:coreProperties>
</file>