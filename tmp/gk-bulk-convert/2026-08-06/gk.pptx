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09/08/2026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09/08/2026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113228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</a:t>
                      </a:r>
                      <a:r>
                        <a:rPr lang="it-IT" sz="80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:</a:t>
                      </a:r>
                      <a:r>
                        <a:rPr lang="it-IT" sz="800" baseline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O6/08/2026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N°10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08124"/>
              </p:ext>
            </p:extLst>
          </p:nvPr>
        </p:nvGraphicFramePr>
        <p:xfrm>
          <a:off x="209346" y="1200816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CINESINI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MAGLIANO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88549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USCITA ALTA +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RECUPERO PORTA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IN MANIERA ANALITICA P EFFETTUA USCITA ALTA DAI RISPETTIVI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POSIZIONAMENTI 3 – 4  - 5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P EFFTTUA USCITE ALTE DA VARIE SITUAZIONI CALCIATE DA P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VATRIAZIONE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E’ ATTIVO IN AREA ALLA RICERCA DELLA PALLA  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PUSH UP  4 X CATENA MUSCOLARE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ADDOME CON DISCO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PLANK FRONTALE LATERALE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SPINTE PANCA PIANA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453757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ARTI SUPERIORI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 EFFETTUA SPINTA CON PALLA MEDICA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RECUPERO PORTA PIU’ PRESE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FRONTALE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RACCOLTA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IN DEVIAZIONE SOPRA LA TRAVERSA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 ESEGUE SPINTE CON DISCO 10 KG </a:t>
                      </a:r>
                    </a:p>
                    <a:p>
                      <a:r>
                        <a:rPr lang="it-IT" sz="1000" baseline="0" dirty="0" smtClean="0"/>
                        <a:t>ED EFFETTUA USCITA ALTA VERSO LA SAGOMA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VARIAZIONE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 EFFETTUA USCITA DI TESTA TRA LE SAGOME ED EFFETTUA UN RECUPERO PORTA CON PALLONE LANCIATO DA M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631" y="3446602"/>
            <a:ext cx="1871613" cy="13582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1915" y="1132494"/>
            <a:ext cx="3102675" cy="18497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4436" y="4486118"/>
            <a:ext cx="1839567" cy="176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181</Words>
  <Application>Microsoft Office PowerPoint</Application>
  <PresentationFormat>Widescreen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cp:lastPrinted>2026-08-05T05:19:17Z</cp:lastPrinted>
  <dcterms:created xsi:type="dcterms:W3CDTF">2026-08-04T17:16:34Z</dcterms:created>
  <dcterms:modified xsi:type="dcterms:W3CDTF">2026-08-09T16:25:55Z</dcterms:modified>
</cp:coreProperties>
</file>