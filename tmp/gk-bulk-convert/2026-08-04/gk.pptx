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340EB-61CE-43C4-BF30-6430440C253B}" type="datetimeFigureOut">
              <a:rPr lang="it-IT" smtClean="0"/>
              <a:t>03/08/2026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A0099-BF49-411F-8261-3F5D92A959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386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434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4062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318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1824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748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048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090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8991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78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52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469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552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03/08/2026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689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O4/08/2026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N°8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WAL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BALL 4KG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FIT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BALL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 ALTO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</a:t>
                      </a:r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: DIFESA PORTA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2 PRESE SU FIT BALL + TUFFO LATERALE + PARATA A CONTRASTO SU FIT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PARATA IN TUFFO LATERALE + CHIUSURA DELLO SPAZIO ALLA FIT  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SPINGE CON WAL BAL ,ED INTERVIENE A DIFESA PORTA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SALTA CON WAL BAL ED INTERVIENE CON RECUPERO PORTA(COLPO DI RENI)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TIRI FRONT E LAREALI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GLOBALE P INTERVIENE DI TESTA AL LIMITE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EFFETTUA RECUPERO PORTA + DOPPIA PARATA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SOPRA ALLA TRAVERSA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-FRONTALE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ARTI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SUPERIORI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2’ MIN MOBILITA’ CON ELASTICI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4’ PLANK FRONTALI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4’ PLANK LATERALI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ADDOME  CON DISCO 10KG 3X12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ESERCIZI BICIPITI  7,5KG12 RIP (4XIMPUGNATURA DIVESRA)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SPINTE CON MANUBRI10KG 3X10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PETTO PANCA PIANA 25KG 3X10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CROCI PANCA INCLINATA 16KG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CROCI INVERSE PANCA INCLINATA 16KG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  SPOSTAMENTI E PARATE CON PALLA MEDICA 2KG PIU’ ADATTAMENTO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JUMP LATERALI P</a:t>
                      </a:r>
                    </a:p>
                    <a:p>
                      <a:r>
                        <a:rPr lang="it-IT" sz="1000" baseline="0" dirty="0" smtClean="0"/>
                        <a:t>JUMP LATERALE CON APPOGGI ALLO STEP </a:t>
                      </a:r>
                    </a:p>
                    <a:p>
                      <a:r>
                        <a:rPr lang="it-IT" sz="1000" baseline="0" dirty="0" smtClean="0"/>
                        <a:t>SINGLE LEG JUMP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911" y="1137032"/>
            <a:ext cx="1814792" cy="11323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2509" y="1682184"/>
            <a:ext cx="1766402" cy="13087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702" y="3097942"/>
            <a:ext cx="1577729" cy="12307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6662" y="3536122"/>
            <a:ext cx="1784838" cy="12813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6498" y="4906494"/>
            <a:ext cx="1648886" cy="106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3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Widescreen</PresentationFormat>
  <Paragraphs>106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2026-08-03T15:58:36Z</dcterms:created>
  <dcterms:modified xsi:type="dcterms:W3CDTF">2026-08-03T15:59:30Z</dcterms:modified>
</cp:coreProperties>
</file>