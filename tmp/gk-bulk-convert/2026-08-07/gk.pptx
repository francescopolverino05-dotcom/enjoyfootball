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09/08/2026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914867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O7/08/2026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N°11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090462"/>
              </p:ext>
            </p:extLst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TELO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PALLINE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5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693120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CAPACITA’ DI REAZIONE  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P DI SPALLE SI GIRA E REAGISCE DA PALLONE LANCIATO DA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PALLINE DI VARIE MISURE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ESERCITAZIONE DA PALLA SBUCATA VARIE DIREZIONI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236163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PSICOCINETICA CON PALLINE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ADATTAMENTO CON JUMP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SPOSTAMENTI CON PRESE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111</Words>
  <Application>Microsoft Office PowerPoint</Application>
  <PresentationFormat>Widescreen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cp:lastPrinted>2026-08-05T05:19:17Z</cp:lastPrinted>
  <dcterms:created xsi:type="dcterms:W3CDTF">2026-08-04T17:16:34Z</dcterms:created>
  <dcterms:modified xsi:type="dcterms:W3CDTF">2026-08-09T16:26:05Z</dcterms:modified>
</cp:coreProperties>
</file>