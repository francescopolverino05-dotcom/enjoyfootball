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873F17-3691-46D4-8652-13B984CD78CF}" type="datetimeFigureOut">
              <a:rPr lang="it-IT" smtClean="0"/>
              <a:t>29/07/2026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87471-4B99-4B86-9CC7-B7820A94C34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1241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166688" y="841375"/>
            <a:ext cx="7466013" cy="4200525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9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0D413C-7B6C-4177-9451-60A772AD7A6A}" type="slidenum"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659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0628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29/07/2026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99132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29/07/2026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10246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5" y="4406900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5" y="2906716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29/07/2026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58190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1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29/07/2026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65312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29/07/2026</a:t>
            </a:fld>
            <a:endParaRPr lang="it-IT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07927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29/07/2026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24075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29/07/2026</a:t>
            </a:fld>
            <a:endParaRPr lang="it-IT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02955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8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29/07/2026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65117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8" y="4800603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8" y="5367341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29/07/2026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87525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29/07/2026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34819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29/07/2026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51391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D6682-5943-4530-BC4D-6F078591F301}" type="datetimeFigureOut">
              <a:rPr lang="it-IT" smtClean="0"/>
              <a:pPr/>
              <a:t>29/07/2026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165602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03304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/>
          <p:cNvSpPr txBox="1"/>
          <p:nvPr/>
        </p:nvSpPr>
        <p:spPr>
          <a:xfrm>
            <a:off x="198211" y="179622"/>
            <a:ext cx="11892455" cy="6694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S.S.C. NAPOLI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Primavera – </a:t>
            </a: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Area Portieri – Stagione </a:t>
            </a: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2026/2027</a:t>
            </a:r>
            <a:endParaRPr kumimoji="0" lang="it-IT" sz="1875" b="1" i="1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/>
          </p:nvPr>
        </p:nvGraphicFramePr>
        <p:xfrm>
          <a:off x="207003" y="885572"/>
          <a:ext cx="5141704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Data:</a:t>
                      </a:r>
                      <a:r>
                        <a:rPr lang="it-IT" sz="800" baseline="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800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30/07/2026 </a:t>
                      </a:r>
                      <a:endParaRPr lang="it-IT" sz="8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Luogo: Arena – G.Piccolo di Cercola (NA)</a:t>
                      </a: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Coach: </a:t>
                      </a:r>
                      <a:r>
                        <a:rPr lang="it-IT" sz="900" dirty="0" err="1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A.Monteleone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All. </a:t>
                      </a:r>
                      <a:r>
                        <a:rPr lang="it-IT" sz="90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N°4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ella 48"/>
          <p:cNvGraphicFramePr>
            <a:graphicFrameLocks noGrp="1"/>
          </p:cNvGraphicFramePr>
          <p:nvPr>
            <p:extLst/>
          </p:nvPr>
        </p:nvGraphicFramePr>
        <p:xfrm>
          <a:off x="209346" y="1200816"/>
          <a:ext cx="5130574" cy="856557"/>
        </p:xfrm>
        <a:graphic>
          <a:graphicData uri="http://schemas.openxmlformats.org/drawingml/2006/table">
            <a:tbl>
              <a:tblPr/>
              <a:tblGrid>
                <a:gridCol w="729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7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7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8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1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578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Portieri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SQUADRA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PALLONI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SPINELLI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Tattica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SAGOME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2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MERONE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Combinazioni/Tiri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CNESINI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8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MAGLIANO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Palle Inattive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Partita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Defaticante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368916"/>
              </p:ext>
            </p:extLst>
          </p:nvPr>
        </p:nvGraphicFramePr>
        <p:xfrm>
          <a:off x="5399308" y="891357"/>
          <a:ext cx="6734395" cy="584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945">
                  <a:extLst>
                    <a:ext uri="{9D8B030D-6E8A-4147-A177-3AD203B41FA5}">
                      <a16:colId xmlns:a16="http://schemas.microsoft.com/office/drawing/2014/main" val="2832034978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316629128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lang="it-IT" sz="9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OBIETTIVO:DIF.</a:t>
                      </a:r>
                      <a:r>
                        <a:rPr lang="it-IT" sz="9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SPAZIO USCITA ALTA</a:t>
                      </a:r>
                      <a:endParaRPr lang="it-IT" sz="9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070092"/>
                  </a:ext>
                </a:extLst>
              </a:tr>
              <a:tr h="1954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OTTO TRA LE SAGOME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LAVORO </a:t>
                      </a: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PLIOMETRICO CON  CUBO E OVER </a:t>
                      </a:r>
                      <a:endParaRPr kumimoji="0" lang="it-IT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508696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IN MANIERA ANALITICA P RACCOGLIE PALLA LASCIATA DA M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IN LINEA CON LE SAGOME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VARIANTE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IN RACCOLTA,AL VISO E ALTA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798393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92075" marR="0" lvl="0" indent="0" algn="l" defTabSz="914400" rtl="0" eaLnBrk="1" fontAlgn="auto" latinLnBrk="0" hangingPunct="1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Calibr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 P SI POSIZIONA IN RIFERIMENTO AL COLORE DEL CINESINO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INDICATO DA M ED EFFETTUERA’ UN USCITA ALTA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VARIE DIREZIONI</a:t>
                      </a:r>
                    </a:p>
                    <a:p>
                      <a:pPr marL="0" algn="l" defTabSz="914400" rtl="0" eaLnBrk="1" latinLnBrk="0" hangingPunct="1"/>
                      <a:endParaRPr lang="it-IT" sz="800" b="1" kern="1200" dirty="0" smtClean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554144"/>
                  </a:ext>
                </a:extLst>
              </a:tr>
            </a:tbl>
          </a:graphicData>
        </a:graphic>
      </p:graphicFrame>
      <p:sp>
        <p:nvSpPr>
          <p:cNvPr id="32" name="CasellaDiTesto 139"/>
          <p:cNvSpPr txBox="1"/>
          <p:nvPr/>
        </p:nvSpPr>
        <p:spPr>
          <a:xfrm>
            <a:off x="8364252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3" name="CasellaDiTesto 139"/>
          <p:cNvSpPr txBox="1"/>
          <p:nvPr/>
        </p:nvSpPr>
        <p:spPr>
          <a:xfrm>
            <a:off x="8584631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4" name="CasellaDiTesto 139"/>
          <p:cNvSpPr txBox="1"/>
          <p:nvPr/>
        </p:nvSpPr>
        <p:spPr>
          <a:xfrm>
            <a:off x="8364252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5" name="CasellaDiTesto 139"/>
          <p:cNvSpPr txBox="1"/>
          <p:nvPr/>
        </p:nvSpPr>
        <p:spPr>
          <a:xfrm>
            <a:off x="8584631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6" name="CasellaDiTesto 139"/>
          <p:cNvSpPr txBox="1"/>
          <p:nvPr/>
        </p:nvSpPr>
        <p:spPr>
          <a:xfrm>
            <a:off x="8364252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sp>
        <p:nvSpPr>
          <p:cNvPr id="37" name="CasellaDiTesto 139"/>
          <p:cNvSpPr txBox="1"/>
          <p:nvPr/>
        </p:nvSpPr>
        <p:spPr>
          <a:xfrm>
            <a:off x="8584631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09346" y="2057371"/>
            <a:ext cx="0" cy="4197778"/>
          </a:xfrm>
          <a:prstGeom prst="line">
            <a:avLst/>
          </a:prstGeom>
          <a:ln w="127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186165"/>
              </p:ext>
            </p:extLst>
          </p:nvPr>
        </p:nvGraphicFramePr>
        <p:xfrm>
          <a:off x="223809" y="2064425"/>
          <a:ext cx="5116107" cy="4275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801">
                  <a:extLst>
                    <a:ext uri="{9D8B030D-6E8A-4147-A177-3AD203B41FA5}">
                      <a16:colId xmlns:a16="http://schemas.microsoft.com/office/drawing/2014/main" val="3519220959"/>
                    </a:ext>
                  </a:extLst>
                </a:gridCol>
                <a:gridCol w="2754306">
                  <a:extLst>
                    <a:ext uri="{9D8B030D-6E8A-4147-A177-3AD203B41FA5}">
                      <a16:colId xmlns:a16="http://schemas.microsoft.com/office/drawing/2014/main" val="3575839258"/>
                    </a:ext>
                  </a:extLst>
                </a:gridCol>
              </a:tblGrid>
              <a:tr h="242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ATTIVAZIONE</a:t>
                      </a:r>
                      <a:r>
                        <a:rPr lang="it-IT" sz="11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351159"/>
                  </a:ext>
                </a:extLst>
              </a:tr>
              <a:tr h="1748965">
                <a:tc>
                  <a:txBody>
                    <a:bodyPr/>
                    <a:lstStyle/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ADDOME 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ALTO-BASSO-LATERALI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CON MINI BAND </a:t>
                      </a: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000" dirty="0" smtClean="0"/>
                        <a:t>-</a:t>
                      </a:r>
                      <a:endParaRPr lang="it-IT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542380"/>
                  </a:ext>
                </a:extLst>
              </a:tr>
              <a:tr h="242912">
                <a:tc>
                  <a:txBody>
                    <a:bodyPr/>
                    <a:lstStyle/>
                    <a:p>
                      <a:endParaRPr lang="it-IT" sz="1100" b="1" i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314229"/>
                  </a:ext>
                </a:extLst>
              </a:tr>
              <a:tr h="2040459">
                <a:tc>
                  <a:txBody>
                    <a:bodyPr/>
                    <a:lstStyle/>
                    <a:p>
                      <a:r>
                        <a:rPr lang="it-IT" sz="1000" dirty="0" smtClean="0"/>
                        <a:t>PRE</a:t>
                      </a:r>
                      <a:r>
                        <a:rPr lang="it-IT" sz="1000" baseline="0" dirty="0" smtClean="0"/>
                        <a:t> ATTIVAZIONE CON ELASTICI </a:t>
                      </a:r>
                    </a:p>
                    <a:p>
                      <a:endParaRPr lang="it-IT" sz="1000" baseline="0" dirty="0" smtClean="0"/>
                    </a:p>
                    <a:p>
                      <a:r>
                        <a:rPr lang="it-IT" sz="1000" baseline="0" dirty="0" smtClean="0"/>
                        <a:t>SOLLECITO CATENA POSTERIORE</a:t>
                      </a:r>
                      <a:endParaRPr lang="it-IT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172784"/>
                  </a:ext>
                </a:extLst>
              </a:tr>
            </a:tbl>
          </a:graphicData>
        </a:graphic>
      </p:graphicFrame>
      <p:sp>
        <p:nvSpPr>
          <p:cNvPr id="2" name="AutoShape 2" descr="AG4IN NAPOLI 4 SCUDETTO FOREX 3mm, 30cm TIFOSO, CALCIO NAPOLETANO Indica Grafica - Foto 1 di 5"/>
          <p:cNvSpPr>
            <a:spLocks noChangeAspect="1" noChangeArrowheads="1"/>
          </p:cNvSpPr>
          <p:nvPr/>
        </p:nvSpPr>
        <p:spPr bwMode="auto">
          <a:xfrm>
            <a:off x="116681" y="-108347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F479252D-00F7-404E-B999-E8FC41B7F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26" y="6346725"/>
            <a:ext cx="5153090" cy="3404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81" y="69000"/>
            <a:ext cx="667993" cy="95090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55" t="23120" r="31101" b="8000"/>
          <a:stretch/>
        </p:blipFill>
        <p:spPr>
          <a:xfrm>
            <a:off x="11144139" y="207794"/>
            <a:ext cx="613070" cy="61307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5010" y="3145033"/>
            <a:ext cx="3286029" cy="178018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5602" y="5063162"/>
            <a:ext cx="3225064" cy="167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8486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136</Words>
  <Application>Microsoft Office PowerPoint</Application>
  <PresentationFormat>Widescreen</PresentationFormat>
  <Paragraphs>96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Times New Roman</vt:lpstr>
      <vt:lpstr>Tema di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</cp:revision>
  <dcterms:created xsi:type="dcterms:W3CDTF">2026-07-29T10:07:14Z</dcterms:created>
  <dcterms:modified xsi:type="dcterms:W3CDTF">2026-07-29T20:38:16Z</dcterms:modified>
</cp:coreProperties>
</file>