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32969-8A0D-45EF-971A-76EE4D1B00D3}" type="datetimeFigureOut">
              <a:rPr lang="it-IT" smtClean="0"/>
              <a:t>04/08/2026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04/08/2026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O5/08/2026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N°9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DIFESA SPAZIO USCITA BASSA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FASE GLOBALE P EFFETTUA RECUPERI PORTA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 VARIE SITUAZIONI DI USCITA BASSA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-DIRETTA DOPO FILTRANTE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-INDIRETTA SE M DA PALLA A P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DOPO SCAMBIO DA TRAVERSONE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GLOBALE P INTERVIENE DI TESTA AL LIMITE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SITUAZIONE DI GIRO PALLA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 PALLA ARRIVA A P CHE SCAMBIA CON P ED EFFETTUA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UN IMBUCATA MENTRE I P CERCANO L INTERCETTO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SE P NON FA GOL M EFFETTUA UN TRAVERSONE E I P DI MOVIMENTO VANNO ALLA RICERCA DELLA PALLA DENTRO L AREA P INTERVIENE IN USCITA BASSA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ARTI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INFERIORI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STACCO SU PLINTO DISCO 20KG 3X8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AFFONDO BULGARO/LATERALE 20KG 3X8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 SERIE 2 SQUAT 40 KG + PLIOMETRIA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(BOX 20CM + 2 OVER 60CM)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PROPEDEUTICA USCITA BASSA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 ESEGUE SPOSTAMENTO E IN AVANZAMENTO VA IN PRESA O RACCOLTA </a:t>
                      </a:r>
                    </a:p>
                    <a:p>
                      <a:r>
                        <a:rPr lang="it-IT" sz="1000" baseline="0" dirty="0" smtClean="0"/>
                        <a:t>(RASA-BATTENTE-MEZZA ALTEZZA)</a:t>
                      </a:r>
                    </a:p>
                    <a:p>
                      <a:endParaRPr lang="it-IT" sz="1000" baseline="0" dirty="0" smtClean="0"/>
                    </a:p>
                    <a:p>
                      <a:endParaRPr lang="it-IT" sz="1000" baseline="0" dirty="0" smtClean="0"/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CON RECUPERO FRONTALE </a:t>
                      </a:r>
                    </a:p>
                    <a:p>
                      <a:r>
                        <a:rPr lang="it-IT" sz="1000" baseline="0" dirty="0" smtClean="0"/>
                        <a:t>P SI POSIZIONA IN ANTERO POSTERIORE</a:t>
                      </a:r>
                    </a:p>
                    <a:p>
                      <a:r>
                        <a:rPr lang="it-IT" sz="1000" baseline="0" dirty="0" smtClean="0"/>
                        <a:t>ED EFFETTUA USCITA BASSA </a:t>
                      </a:r>
                    </a:p>
                    <a:p>
                      <a:r>
                        <a:rPr lang="it-IT" sz="1000" baseline="0" dirty="0" smtClean="0"/>
                        <a:t>RASA-BATTENTE- MEZZA ALTEZZA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498" y="4906494"/>
            <a:ext cx="1280820" cy="8260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722" y="4304055"/>
            <a:ext cx="1591445" cy="8964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702" y="1137032"/>
            <a:ext cx="1348588" cy="11432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2539" y="1649702"/>
            <a:ext cx="1616958" cy="129580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0702" y="3145033"/>
            <a:ext cx="1964650" cy="121382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2259" y="5732585"/>
            <a:ext cx="2446186" cy="98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221</Words>
  <Application>Microsoft Office PowerPoint</Application>
  <PresentationFormat>Widescreen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2026-08-04T17:16:34Z</dcterms:created>
  <dcterms:modified xsi:type="dcterms:W3CDTF">2026-08-04T17:20:28Z</dcterms:modified>
</cp:coreProperties>
</file>