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24/08/2026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24/08/2026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24/08/2026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24/08/2026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24/08/2026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24/08/2026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24/08/2026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24/08/2026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24/08/2026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24/08/2026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24/08/2026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24/08/2026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567943"/>
              </p:ext>
            </p:extLst>
          </p:nvPr>
        </p:nvGraphicFramePr>
        <p:xfrm>
          <a:off x="207003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25/08/2026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N°25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946650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STEP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SPEED</a:t>
                      </a:r>
                      <a:r>
                        <a:rPr lang="it-IT" sz="800" b="1" i="1" u="none" strike="noStrike" kern="1200" baseline="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LADDER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225387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DIFESA PORTA 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SPOSTAMENTI EE RECUPERO PORTA E BISETTRICE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EFFETTUA PRESE VARIE DIREZIONI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SPOSTAMENTO DA POSIZIONE 7 ALLA DIAGONALE DI M ED EFFETTUA PARATA DIRETTA O DEVIATA DALLA PARATINA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UGUALE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CON SCUDO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 DIFESA PORTA CON LA  SQUADRA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011995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ARTI INFERIORI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CATENA POSTERIORE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PER FLESSORI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PRESS E JUMP 100KG 3X4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SQUAT 40KG + JUMP 3X 4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AFFONDO DINAMICO 30 KG 3X4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COORDINAZIONE </a:t>
                      </a:r>
                    </a:p>
                    <a:p>
                      <a:r>
                        <a:rPr lang="it-IT" sz="1000" baseline="0" dirty="0" smtClean="0"/>
                        <a:t>CON SKIP ESTEP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CON SPOSTAMENTO E PRESE VARIE DIREZIONI</a:t>
                      </a:r>
                    </a:p>
                    <a:p>
                      <a:r>
                        <a:rPr lang="it-IT" sz="1000" baseline="0" dirty="0" smtClean="0"/>
                        <a:t>+</a:t>
                      </a:r>
                    </a:p>
                    <a:p>
                      <a:r>
                        <a:rPr lang="it-IT" sz="1000" baseline="0" dirty="0" smtClean="0"/>
                        <a:t>ADATTAMENTO 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0706" y="1176087"/>
            <a:ext cx="1304695" cy="8565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1443" y="3145033"/>
            <a:ext cx="1363219" cy="8477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9124" y="3119697"/>
            <a:ext cx="1656261" cy="8730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1443" y="4030526"/>
            <a:ext cx="1612042" cy="74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147</Words>
  <Application>Microsoft Office PowerPoint</Application>
  <PresentationFormat>Widescreen</PresentationFormat>
  <Paragraphs>91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27</cp:revision>
  <cp:lastPrinted>2026-08-05T05:19:17Z</cp:lastPrinted>
  <dcterms:created xsi:type="dcterms:W3CDTF">2026-08-04T17:16:34Z</dcterms:created>
  <dcterms:modified xsi:type="dcterms:W3CDTF">2026-08-24T16:17:48Z</dcterms:modified>
</cp:coreProperties>
</file>