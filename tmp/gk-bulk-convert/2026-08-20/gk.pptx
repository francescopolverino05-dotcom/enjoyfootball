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20/08/2026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20/08/2026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949705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21/08/2026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N°21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101740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PUGLIESE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441682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SPAZIO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DIFESA SPAZIO DA POSIZIONE 5 E 4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PALLA IN  MOVIMENTO (P EFFETTUA TUTTI GLI SPOSTAMENTI)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DIFESA SPAZIO IN SITUAZIONE DA FILTRANTE O PASSANTE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17641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TRX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ELASTICI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PLANK DINAMICI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 ADATTAMENTO </a:t>
                      </a:r>
                    </a:p>
                    <a:p>
                      <a:r>
                        <a:rPr lang="it-IT" sz="1000" baseline="0" dirty="0" smtClean="0"/>
                        <a:t> I ANALITICO PRESE IN TUFFO VARIE DIREZIONI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VARIAZIONE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DIFESA DELLO SPAZIO SOTTO E SOPRA IL NASTRO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765" y="4288117"/>
            <a:ext cx="1662404" cy="9124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6298" y="5372112"/>
            <a:ext cx="1544834" cy="928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1915" y="1137032"/>
            <a:ext cx="1558027" cy="9203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042" y="2095148"/>
            <a:ext cx="1678900" cy="9126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0125" y="3265706"/>
            <a:ext cx="2099096" cy="134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121</Words>
  <Application>Microsoft Office PowerPoint</Application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26</cp:revision>
  <cp:lastPrinted>2026-08-05T05:19:17Z</cp:lastPrinted>
  <dcterms:created xsi:type="dcterms:W3CDTF">2026-08-04T17:16:34Z</dcterms:created>
  <dcterms:modified xsi:type="dcterms:W3CDTF">2026-08-20T09:40:56Z</dcterms:modified>
</cp:coreProperties>
</file>