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B6FD3-5F4F-4B4E-A735-5D70B13304A8}" type="datetimeFigureOut">
              <a:rPr lang="it-IT" smtClean="0"/>
              <a:t>03/08/2026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3D5CF-36CA-4483-9B3D-E2ACBF25D6E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0043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66688" y="841375"/>
            <a:ext cx="7466013" cy="4200525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659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6481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136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24341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16941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4757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16402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41698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34456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51348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98083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92510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86923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69340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/>
          </p:nvPr>
        </p:nvGraphicFramePr>
        <p:xfrm>
          <a:off x="207003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O3/08/2026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N°7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/>
          </p:nvPr>
        </p:nvGraphicFramePr>
        <p:xfrm>
          <a:off x="209346" y="1200816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PORTICINE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4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SAGOME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MAGLIANO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CINESINI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14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399308" y="891357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TECNICA DEL TUFFO 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ADATTAMENTO AL TUFFO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TECNICA DEL TUFFO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-raso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-battente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-mezza altezza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LEVAGAMBA 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it-IT" sz="800" b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SITUAZIONI SU DIAGONALI </a:t>
                      </a:r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it-IT" sz="800" b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DUE E M CIASCUNO</a:t>
                      </a:r>
                      <a:r>
                        <a:rPr lang="it-IT" sz="800" b="1" kern="12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 CON UN PALLONE </a:t>
                      </a:r>
                    </a:p>
                    <a:p>
                      <a:pPr marL="0" algn="l" defTabSz="914400" rtl="0" eaLnBrk="1" latinLnBrk="0" hangingPunct="1"/>
                      <a:r>
                        <a:rPr lang="it-IT" sz="800" b="1" kern="12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P REAGISCE SUL PALLONE LANCIATO </a:t>
                      </a:r>
                    </a:p>
                    <a:p>
                      <a:pPr marL="0" algn="l" defTabSz="914400" rtl="0" eaLnBrk="1" latinLnBrk="0" hangingPunct="1"/>
                      <a:endParaRPr lang="it-IT" sz="800" b="1" kern="1200" baseline="0" dirty="0" smtClean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it-IT" sz="800" b="1" kern="12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VARIANTE</a:t>
                      </a:r>
                    </a:p>
                    <a:p>
                      <a:pPr marL="0" algn="l" defTabSz="914400" rtl="0" eaLnBrk="1" latinLnBrk="0" hangingPunct="1"/>
                      <a:r>
                        <a:rPr lang="it-IT" sz="800" b="1" kern="12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OLTRE AL PALLONE IN MANO SI AVRA’ A DISPOSIZONE </a:t>
                      </a:r>
                    </a:p>
                    <a:p>
                      <a:pPr marL="0" algn="l" defTabSz="914400" rtl="0" eaLnBrk="1" latinLnBrk="0" hangingPunct="1"/>
                      <a:r>
                        <a:rPr lang="it-IT" sz="800" b="1" kern="12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ANCHE UN PALLONE POSTO AVANTI CHE DOVRA’ ESSERE CALCIATO DI PUNTA’</a:t>
                      </a:r>
                    </a:p>
                    <a:p>
                      <a:pPr marL="0" algn="l" defTabSz="914400" rtl="0" eaLnBrk="1" latinLnBrk="0" hangingPunct="1"/>
                      <a:r>
                        <a:rPr lang="it-IT" sz="800" b="1" kern="12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QUANDO IL PORTIERE REAGISCE DOVRA’ INTERVENIRE SULLA SECONDA PALLA LASCIATA DA M</a:t>
                      </a:r>
                      <a:endParaRPr lang="it-IT" sz="800" b="1" kern="1200" dirty="0" smtClean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ARTI INFETRIORI</a:t>
                      </a:r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-INTERNO ESTERNO CAVIGLIE E SDRAIATO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ALLUNGO FLESSORI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 -COPENAGHEN SU PANCA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 -CALCIATE INDIETRI SU FIT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 -RULLATE SU FIT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 -SPINTE SU PLINTO CON PIANTA DEL PIEDE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dirty="0" smtClean="0"/>
                        <a:t>-AFFONDO MONOPODALICO  10kg</a:t>
                      </a:r>
                      <a:r>
                        <a:rPr lang="it-IT" sz="1000" baseline="0" dirty="0" smtClean="0"/>
                        <a:t>XLATO</a:t>
                      </a:r>
                      <a:endParaRPr lang="it-IT" sz="1000" dirty="0" smtClean="0"/>
                    </a:p>
                    <a:p>
                      <a:r>
                        <a:rPr lang="it-IT" sz="1000" dirty="0" smtClean="0"/>
                        <a:t>-LATERALE</a:t>
                      </a:r>
                    </a:p>
                    <a:p>
                      <a:r>
                        <a:rPr lang="it-IT" sz="1000" dirty="0" smtClean="0"/>
                        <a:t>-FRONTALE </a:t>
                      </a:r>
                    </a:p>
                    <a:p>
                      <a:endParaRPr lang="it-IT" sz="1000" dirty="0" smtClean="0"/>
                    </a:p>
                    <a:p>
                      <a:r>
                        <a:rPr lang="it-IT" sz="1000" dirty="0" smtClean="0"/>
                        <a:t>SQUAT 30KG</a:t>
                      </a:r>
                      <a:r>
                        <a:rPr lang="it-IT" sz="1000" baseline="0" dirty="0" smtClean="0"/>
                        <a:t> 3X8 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SALITA SU PLINTO 20KG 3X8</a:t>
                      </a:r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PODALICA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ATTIVAZIONE PODALICA </a:t>
                      </a:r>
                    </a:p>
                    <a:p>
                      <a:r>
                        <a:rPr lang="it-IT" sz="1000" baseline="0" dirty="0" smtClean="0"/>
                        <a:t>COORDINAZIONE CON SPEED LADDER </a:t>
                      </a:r>
                    </a:p>
                    <a:p>
                      <a:r>
                        <a:rPr lang="it-IT" sz="1000" baseline="0" dirty="0" smtClean="0"/>
                        <a:t>E ASTE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SITUAZIONE 2VS1 </a:t>
                      </a:r>
                    </a:p>
                    <a:p>
                      <a:r>
                        <a:rPr lang="it-IT" sz="1000" baseline="0" dirty="0" smtClean="0"/>
                        <a:t>P MUOVONO PALLA E M MOSTRA IL COLORE DOVE P DEVE FARE GOL </a:t>
                      </a:r>
                    </a:p>
                    <a:p>
                      <a:r>
                        <a:rPr lang="it-IT" sz="1000" baseline="0" dirty="0" smtClean="0"/>
                        <a:t>I P DI MOVIMENTO DIVENTANO ATTIVI E CERCANO L INTERCETTO 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9509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3371" y="4354702"/>
            <a:ext cx="2575340" cy="18288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2377" y="3162856"/>
            <a:ext cx="3246401" cy="167808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2727" y="5036807"/>
            <a:ext cx="2444944" cy="158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467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226</Words>
  <Application>Microsoft Office PowerPoint</Application>
  <PresentationFormat>Widescreen</PresentationFormat>
  <Paragraphs>116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2026-08-02T22:49:12Z</dcterms:created>
  <dcterms:modified xsi:type="dcterms:W3CDTF">2026-08-02T22:50:25Z</dcterms:modified>
</cp:coreProperties>
</file>