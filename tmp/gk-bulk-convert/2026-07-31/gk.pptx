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B11CE-2FAE-4463-B59F-3C7099816A8F}" type="datetimeFigureOut">
              <a:rPr lang="it-IT" smtClean="0"/>
              <a:t>30/07/2026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B731D-02F0-4555-83BC-93B56888AB4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958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66688" y="841375"/>
            <a:ext cx="7466013" cy="42005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659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75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669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30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9647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98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9852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037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2912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7674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982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903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991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30/07/2026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913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31/07/2026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N°5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WELL BALLkg6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99308" y="891357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GLOBALE ,SIT. DI GIOCO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84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PLANK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LATERALI DINAMICI E STATICI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-CON E SENA MINI BAND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 smtClean="0"/>
                        <a:t>-</a:t>
                      </a:r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FORZA PIU’ GESTO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 EFFETTUA SKIP CON WELL BALL PIU’ </a:t>
                      </a:r>
                    </a:p>
                    <a:p>
                      <a:r>
                        <a:rPr lang="it-IT" sz="1000" baseline="0" dirty="0" smtClean="0"/>
                        <a:t>TUFFO BASSO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BALZI AVANTI E INDIETRO CON WELL BALL </a:t>
                      </a:r>
                    </a:p>
                    <a:p>
                      <a:r>
                        <a:rPr lang="it-IT" sz="1000" baseline="0" dirty="0" smtClean="0"/>
                        <a:t>TUFFO BATTENTE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SALTO CON WELL BALL PIU TUFFO MEZZA ALTEZZA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SPINTA CON WELL BALL PIU PARATA IN TUFFO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4192" y="1194940"/>
            <a:ext cx="2617826" cy="17523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5894" y="3145033"/>
            <a:ext cx="2763283" cy="15797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2288" y="4896989"/>
            <a:ext cx="2161851" cy="167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602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</Words>
  <Application>Microsoft Office PowerPoint</Application>
  <PresentationFormat>Widescreen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2026-07-30T16:59:48Z</dcterms:created>
  <dcterms:modified xsi:type="dcterms:W3CDTF">2026-07-30T17:01:02Z</dcterms:modified>
</cp:coreProperties>
</file>