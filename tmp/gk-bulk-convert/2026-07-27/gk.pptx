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8.jpg" ContentType="image/jpg"/>
  <Override PartName="/ppt/media/image9.jpg" ContentType="image/jpg"/>
  <Override PartName="/ppt/media/image10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175E0-16C5-4F0C-B3C3-BC762012E34C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C0076-A336-4F82-BD28-165D5F1507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868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44463" y="768350"/>
            <a:ext cx="6815137" cy="3833813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9721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5869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336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8521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56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9017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1040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75040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528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6437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4271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376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21/07/2026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9212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198211" y="876780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27/07/2026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N°1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SPEED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LADDER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99308" y="891357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 </a:t>
                      </a:r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CORSE,SPOSTAMENTI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E PODALICO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SPRIN DI 6 MT EFFETTUA 1-2 CON P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SI APRE VERSO IL CINESINO ROSSO E SCAMBIA CON P ALL’INTERNO DEL CAMPO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EFFETTUAO UNA ROTAZIONE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P3 CHE RICEVE GUIDA PALLA FINO AL CINESE BLU</a:t>
                      </a:r>
                      <a:endParaRPr kumimoji="0" lang="it-IT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VARIE CORSE CON POSIZIONAMENTI E PRESE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FRONTALE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RACCOLTA RASO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FOCUS E’ LA TECNICA ANALITICA</a:t>
                      </a:r>
                      <a:endParaRPr kumimoji="0" lang="it-IT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92075" marR="0" lvl="0" indent="0" algn="l" defTabSz="914400" rtl="0" eaLnBrk="1" fontAlgn="auto" latinLnBrk="0" hangingPunct="1">
                        <a:lnSpc>
                          <a:spcPts val="12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Calibri"/>
                      </a:endParaRPr>
                    </a:p>
                    <a:p>
                      <a:pPr marL="0" algn="l" defTabSz="914400" rtl="0" eaLnBrk="1" latinLnBrk="0" hangingPunct="1"/>
                      <a:r>
                        <a:rPr lang="it-IT" sz="800" b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ADATTAMENTO AL TERRENO </a:t>
                      </a:r>
                    </a:p>
                    <a:p>
                      <a:pPr marL="0" algn="l" defTabSz="914400" rtl="0" eaLnBrk="1" latinLnBrk="0" hangingPunct="1"/>
                      <a:endParaRPr lang="it-IT" sz="800" b="1" kern="1200" dirty="0" smtClean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</a:t>
                      </a:r>
                      <a:r>
                        <a:rPr lang="it-IT" sz="1100" i="1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3’MOBILITA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’ 5’ CORSA LENTA+CORSE ORIENTATE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5’ LAVORO COORDINATIVO CON SPEED LADDER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 TECNICA PODALICA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endParaRPr lang="it-IT" sz="1000" dirty="0"/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15’ PODALICO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- PASSAGGI E DOMINIO PALLA </a:t>
                      </a: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269875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 ATTACCA I CINESI COLORATI RECUPERA PORTA DA SOSTEGNO E A MR E SCARICA PALLA A P CHE A SUA VOLTA CONTROLLA ED EFFETTUA UN PASSAGGIO LUNGO P DOVRA’ POSTURARSI E ANDARE A RICEVERE PALLA </a:t>
                      </a:r>
                    </a:p>
                    <a:p>
                      <a:pPr marL="269875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it-IT" sz="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3 GIRI PER LATO </a:t>
                      </a:r>
                      <a:endParaRPr kumimoji="0" lang="it-IT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89065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0979" y="4292064"/>
            <a:ext cx="2551714" cy="8463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0979" y="5145440"/>
            <a:ext cx="2551714" cy="10876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585" y="1194940"/>
            <a:ext cx="1786081" cy="188841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0884" y="1194941"/>
            <a:ext cx="1663701" cy="1856482"/>
          </a:xfrm>
          <a:prstGeom prst="rect">
            <a:avLst/>
          </a:prstGeom>
        </p:spPr>
      </p:pic>
      <p:pic>
        <p:nvPicPr>
          <p:cNvPr id="27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79133" y="3083358"/>
            <a:ext cx="1930012" cy="1361284"/>
          </a:xfrm>
          <a:prstGeom prst="rect">
            <a:avLst/>
          </a:prstGeom>
        </p:spPr>
      </p:pic>
      <p:pic>
        <p:nvPicPr>
          <p:cNvPr id="28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786610" y="3448671"/>
            <a:ext cx="1367965" cy="1370485"/>
          </a:xfrm>
          <a:prstGeom prst="rect">
            <a:avLst/>
          </a:prstGeom>
        </p:spPr>
      </p:pic>
      <p:pic>
        <p:nvPicPr>
          <p:cNvPr id="29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72221" y="5090882"/>
            <a:ext cx="2820865" cy="139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82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</Words>
  <Application>Microsoft Office PowerPoint</Application>
  <PresentationFormat>Widescreen</PresentationFormat>
  <Paragraphs>109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2026-07-21T21:39:44Z</dcterms:created>
  <dcterms:modified xsi:type="dcterms:W3CDTF">2026-07-21T21:40:46Z</dcterms:modified>
</cp:coreProperties>
</file>