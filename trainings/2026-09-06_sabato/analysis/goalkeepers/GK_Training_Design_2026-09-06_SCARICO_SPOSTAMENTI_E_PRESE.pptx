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5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45750-267B-4152-B769-B34EA6BF31DF}" type="datetimeFigureOut">
              <a:rPr lang="it-IT" smtClean="0"/>
              <a:t>06/09/2026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63545-E300-4D57-A926-EE48AF3C145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313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377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2142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158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2611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791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420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606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4680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827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7002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417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0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202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06/09/2026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N°35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ASTEEE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6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PRESE E  SPOSTAMENTI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SPOSTAMENTI (CON VARIE CORSE)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ED EFFETTUA PRESE (VARIE DIREZIONI)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POSIZIONA SU COLORE ED EFFETTUA  SPOSTAEMNTI E PRESE VARIE DIREZIONI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353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73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811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SCARICO CON ELASTICI E FOAM ROLLER 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7384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78026">
                <a:tc>
                  <a:txBody>
                    <a:bodyPr/>
                    <a:lstStyle/>
                    <a:p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0" y="6382555"/>
            <a:ext cx="5132189" cy="3673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914966" y="6317865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453" y="1194941"/>
            <a:ext cx="1286311" cy="8377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014" y="1976028"/>
            <a:ext cx="1897300" cy="10645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3735" y="3254678"/>
            <a:ext cx="2360058" cy="118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19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2026-09-06T06:27:53Z</dcterms:created>
  <dcterms:modified xsi:type="dcterms:W3CDTF">2026-09-06T06:28:45Z</dcterms:modified>
</cp:coreProperties>
</file>