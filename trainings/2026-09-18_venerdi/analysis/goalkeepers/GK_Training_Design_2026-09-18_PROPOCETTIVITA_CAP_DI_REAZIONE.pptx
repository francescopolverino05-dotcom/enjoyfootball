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403EA-AC30-4322-9C90-E09A5C6D46B2}" type="datetimeFigureOut">
              <a:rPr lang="it-IT" smtClean="0"/>
              <a:t>18/09/2026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6FD5F-2CC3-4945-B36C-B5633CA508B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648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96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335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254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604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806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605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0172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336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0520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694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492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239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18/09/2026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3120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18/09/2026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N°43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CINESINI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4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597575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981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CAPACITA’ DI REAZIONE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CAPACITA’ E ABILITA’ CON LA PALLA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SKIP E PASSAGGIO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VARIAZIONE CON PARATA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POSIZIONA SULLA DIAGONALE E SI PASSA PALLA CON IL COMPAGNO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AL MOMENTO CHE SBUCA IL COLORE INDICATO P EFFETTUA SPOSTAMENTO E PARATA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00221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smtClean="0"/>
                        <a:t>PROPOCETTIVITA’ E CAPACITA’DI REAZIONE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866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</Words>
  <Application>Microsoft Office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2026-09-18T06:15:47Z</dcterms:created>
  <dcterms:modified xsi:type="dcterms:W3CDTF">2026-09-18T06:29:34Z</dcterms:modified>
</cp:coreProperties>
</file>