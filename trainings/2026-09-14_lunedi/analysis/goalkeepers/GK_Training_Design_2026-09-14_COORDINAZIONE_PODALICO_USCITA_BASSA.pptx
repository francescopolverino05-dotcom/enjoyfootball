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86575" cy="10018713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8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183" cy="502676"/>
          </a:xfrm>
          <a:prstGeom prst="rect">
            <a:avLst/>
          </a:prstGeom>
        </p:spPr>
        <p:txBody>
          <a:bodyPr vert="horz" lIns="96597" tIns="48299" rIns="96597" bIns="48299" rtlCol="0"/>
          <a:lstStyle>
            <a:lvl1pPr algn="l">
              <a:defRPr sz="13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0799" y="0"/>
            <a:ext cx="2984183" cy="502676"/>
          </a:xfrm>
          <a:prstGeom prst="rect">
            <a:avLst/>
          </a:prstGeom>
        </p:spPr>
        <p:txBody>
          <a:bodyPr vert="horz" lIns="96597" tIns="48299" rIns="96597" bIns="48299" rtlCol="0"/>
          <a:lstStyle>
            <a:lvl1pPr algn="r">
              <a:defRPr sz="1300"/>
            </a:lvl1pPr>
          </a:lstStyle>
          <a:p>
            <a:fld id="{D8632969-8A0D-45EF-971A-76EE4D1B00D3}" type="datetimeFigureOut">
              <a:rPr lang="it-IT" smtClean="0"/>
              <a:t>14/09/2026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0275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597" tIns="48299" rIns="96597" bIns="48299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658" y="4821506"/>
            <a:ext cx="5509260" cy="3944868"/>
          </a:xfrm>
          <a:prstGeom prst="rect">
            <a:avLst/>
          </a:prstGeom>
        </p:spPr>
        <p:txBody>
          <a:bodyPr vert="horz" lIns="96597" tIns="48299" rIns="96597" bIns="48299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16039"/>
            <a:ext cx="2984183" cy="502674"/>
          </a:xfrm>
          <a:prstGeom prst="rect">
            <a:avLst/>
          </a:prstGeom>
        </p:spPr>
        <p:txBody>
          <a:bodyPr vert="horz" lIns="96597" tIns="48299" rIns="96597" bIns="48299" rtlCol="0" anchor="b"/>
          <a:lstStyle>
            <a:lvl1pPr algn="l">
              <a:defRPr sz="13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0799" y="9516039"/>
            <a:ext cx="2984183" cy="502674"/>
          </a:xfrm>
          <a:prstGeom prst="rect">
            <a:avLst/>
          </a:prstGeom>
        </p:spPr>
        <p:txBody>
          <a:bodyPr vert="horz" lIns="96597" tIns="48299" rIns="96597" bIns="48299" rtlCol="0" anchor="b"/>
          <a:lstStyle>
            <a:lvl1pPr algn="r">
              <a:defRPr sz="1300"/>
            </a:lvl1pPr>
          </a:lstStyle>
          <a:p>
            <a:fld id="{106258FA-BB3F-4E2C-9E10-624DB655E66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6823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508000" y="922338"/>
            <a:ext cx="8178800" cy="4602162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1020453">
              <a:defRPr/>
            </a:pPr>
            <a:fld id="{250D413C-7B6C-4177-9451-60A772AD7A6A}" type="slidenum">
              <a:rPr lang="it-IT">
                <a:solidFill>
                  <a:prstClr val="black"/>
                </a:solidFill>
                <a:latin typeface="Calibri"/>
              </a:rPr>
              <a:pPr defTabSz="1020453">
                <a:defRPr/>
              </a:pPr>
              <a:t>1</a:t>
            </a:fld>
            <a:endParaRPr lang="it-IT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4784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14/09/2026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52281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14/09/2026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71644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5" y="4406900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5" y="2906716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14/09/2026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48122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1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14/09/2026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99584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14/09/2026</a:t>
            </a:fld>
            <a:endParaRPr lang="it-IT" dirty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31052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14/09/2026</a:t>
            </a:fld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63565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14/09/2026</a:t>
            </a:fld>
            <a:endParaRPr lang="it-IT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95509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5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8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5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14/09/2026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171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8" y="4800603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8" y="5367341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14/09/2026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49196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14/09/2026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04719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1" y="274641"/>
            <a:ext cx="80264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14/09/2026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86367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609601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D6682-5943-4530-BC4D-6F078591F301}" type="datetimeFigureOut">
              <a:rPr lang="it-IT" smtClean="0"/>
              <a:pPr/>
              <a:t>14/09/2026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165602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46772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78"/>
          <p:cNvSpPr txBox="1"/>
          <p:nvPr/>
        </p:nvSpPr>
        <p:spPr>
          <a:xfrm>
            <a:off x="198211" y="179622"/>
            <a:ext cx="11892455" cy="6694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S.S.C. NAPOLI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Primavera – </a:t>
            </a: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Area Portieri – Stagione </a:t>
            </a: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2026/2027</a:t>
            </a:r>
            <a:endParaRPr kumimoji="0" lang="it-IT" sz="1875" b="1" i="1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6" name="Tabel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885780"/>
              </p:ext>
            </p:extLst>
          </p:nvPr>
        </p:nvGraphicFramePr>
        <p:xfrm>
          <a:off x="198211" y="885572"/>
          <a:ext cx="5141704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4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5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8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Data:</a:t>
                      </a:r>
                      <a:r>
                        <a:rPr lang="it-IT" sz="800" baseline="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800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13/09/2026 </a:t>
                      </a:r>
                      <a:endParaRPr lang="it-IT" sz="8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Luogo: Arena – G.Piccolo di Cercola (NA)</a:t>
                      </a: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Coach: </a:t>
                      </a:r>
                      <a:r>
                        <a:rPr lang="it-IT" sz="900" dirty="0" err="1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A.Monteleone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All. </a:t>
                      </a:r>
                      <a:r>
                        <a:rPr lang="it-IT" sz="90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N°40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ella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6239714"/>
              </p:ext>
            </p:extLst>
          </p:nvPr>
        </p:nvGraphicFramePr>
        <p:xfrm>
          <a:off x="209342" y="1176087"/>
          <a:ext cx="5130574" cy="856557"/>
        </p:xfrm>
        <a:graphic>
          <a:graphicData uri="http://schemas.openxmlformats.org/drawingml/2006/table">
            <a:tbl>
              <a:tblPr/>
              <a:tblGrid>
                <a:gridCol w="729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7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3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7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8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01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5787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 </a:t>
                      </a:r>
                      <a:r>
                        <a:rPr lang="it-IT" sz="900" b="1" i="1" u="none" strike="noStrike" dirty="0" smtClean="0">
                          <a:solidFill>
                            <a:srgbClr val="000000"/>
                          </a:solidFill>
                          <a:latin typeface="Cambria"/>
                        </a:rPr>
                        <a:t> </a:t>
                      </a: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Portieri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SQUADRA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PALLONI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SPINELLI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Tattica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ASTE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2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AMENDOLA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Combinazioni/Tiri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SAGOMA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1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MERONE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Palle Inattive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Partita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Defaticante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777648"/>
              </p:ext>
            </p:extLst>
          </p:nvPr>
        </p:nvGraphicFramePr>
        <p:xfrm>
          <a:off x="5363169" y="886813"/>
          <a:ext cx="6734395" cy="5848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945">
                  <a:extLst>
                    <a:ext uri="{9D8B030D-6E8A-4147-A177-3AD203B41FA5}">
                      <a16:colId xmlns:a16="http://schemas.microsoft.com/office/drawing/2014/main" val="2832034978"/>
                    </a:ext>
                  </a:extLst>
                </a:gridCol>
                <a:gridCol w="3558450">
                  <a:extLst>
                    <a:ext uri="{9D8B030D-6E8A-4147-A177-3AD203B41FA5}">
                      <a16:colId xmlns:a16="http://schemas.microsoft.com/office/drawing/2014/main" val="316629128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r>
                        <a:rPr lang="it-IT" sz="9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OBIETTIVO:</a:t>
                      </a:r>
                      <a:r>
                        <a:rPr lang="it-IT" sz="9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DIFESA SPAZIO</a:t>
                      </a:r>
                      <a:endParaRPr lang="it-IT" sz="9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070092"/>
                  </a:ext>
                </a:extLst>
              </a:tr>
              <a:tr h="19545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AGGIUSTAMENTO ALLA RACCOLTA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PORTO IL PORTIERE A REAGIRE E ATTIVARE GLI ARTI INFERIORI E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SUPERIORI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M TRASMETTE A P, P AVANZA E RACOGLIE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M DA PALLA ALLA FIGURA DELLA SAGOMA P REAGISCE IN PRESA ALLA FIGURA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VARIAZIONE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CON P CHE EFFETTUA RECUPERO  PORTA + GESTO TECNICO 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508696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ADATTAMENTO  RASO-BATTENTE-MEZZA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ADATTAMENTO </a:t>
                      </a: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SOTTO AL NASTRO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VARIAZIONE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CON RECUPERO FRONTALE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CON SPOSTAMENTO LATERALE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798393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M SI ADATTATA ALL’USCITA BASSA E ALL’ATTACCO PALLA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IN GLOBALE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 TRASMETTE NELLO SPAZIO A M P REAGISCE IN USCITA BASSA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 DA PALLA ALLA FIGURA DI M DOPO IL CONTROLLO P DECIDE SE USCIRE O RECUPERARE PORTA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554144"/>
                  </a:ext>
                </a:extLst>
              </a:tr>
            </a:tbl>
          </a:graphicData>
        </a:graphic>
      </p:graphicFrame>
      <p:sp>
        <p:nvSpPr>
          <p:cNvPr id="32" name="CasellaDiTesto 139"/>
          <p:cNvSpPr txBox="1"/>
          <p:nvPr/>
        </p:nvSpPr>
        <p:spPr>
          <a:xfrm>
            <a:off x="8364252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3" name="CasellaDiTesto 139"/>
          <p:cNvSpPr txBox="1"/>
          <p:nvPr/>
        </p:nvSpPr>
        <p:spPr>
          <a:xfrm>
            <a:off x="8584631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4" name="CasellaDiTesto 139"/>
          <p:cNvSpPr txBox="1"/>
          <p:nvPr/>
        </p:nvSpPr>
        <p:spPr>
          <a:xfrm>
            <a:off x="8364252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5" name="CasellaDiTesto 139"/>
          <p:cNvSpPr txBox="1"/>
          <p:nvPr/>
        </p:nvSpPr>
        <p:spPr>
          <a:xfrm>
            <a:off x="8584631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6" name="CasellaDiTesto 139"/>
          <p:cNvSpPr txBox="1"/>
          <p:nvPr/>
        </p:nvSpPr>
        <p:spPr>
          <a:xfrm>
            <a:off x="8364252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sp>
        <p:nvSpPr>
          <p:cNvPr id="37" name="CasellaDiTesto 139"/>
          <p:cNvSpPr txBox="1"/>
          <p:nvPr/>
        </p:nvSpPr>
        <p:spPr>
          <a:xfrm>
            <a:off x="8584631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209346" y="2057371"/>
            <a:ext cx="0" cy="4197778"/>
          </a:xfrm>
          <a:prstGeom prst="line">
            <a:avLst/>
          </a:prstGeom>
          <a:ln w="127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2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373654"/>
              </p:ext>
            </p:extLst>
          </p:nvPr>
        </p:nvGraphicFramePr>
        <p:xfrm>
          <a:off x="223809" y="2064425"/>
          <a:ext cx="5116107" cy="4275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801">
                  <a:extLst>
                    <a:ext uri="{9D8B030D-6E8A-4147-A177-3AD203B41FA5}">
                      <a16:colId xmlns:a16="http://schemas.microsoft.com/office/drawing/2014/main" val="3519220959"/>
                    </a:ext>
                  </a:extLst>
                </a:gridCol>
                <a:gridCol w="2754306">
                  <a:extLst>
                    <a:ext uri="{9D8B030D-6E8A-4147-A177-3AD203B41FA5}">
                      <a16:colId xmlns:a16="http://schemas.microsoft.com/office/drawing/2014/main" val="3575839258"/>
                    </a:ext>
                  </a:extLst>
                </a:gridCol>
              </a:tblGrid>
              <a:tr h="2429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ATTIVAZIONE </a:t>
                      </a:r>
                      <a:r>
                        <a:rPr lang="it-IT" sz="11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11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ARTI</a:t>
                      </a:r>
                      <a:r>
                        <a:rPr lang="it-IT" sz="11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SUPERIORI</a:t>
                      </a:r>
                      <a:endParaRPr lang="it-IT" sz="1100" i="1" dirty="0" smtClean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351159"/>
                  </a:ext>
                </a:extLst>
              </a:tr>
              <a:tr h="1748965">
                <a:tc>
                  <a:txBody>
                    <a:bodyPr/>
                    <a:lstStyle/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 smtClean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542380"/>
                  </a:ext>
                </a:extLst>
              </a:tr>
              <a:tr h="242912">
                <a:tc>
                  <a:txBody>
                    <a:bodyPr/>
                    <a:lstStyle/>
                    <a:p>
                      <a:r>
                        <a:rPr lang="it-IT" sz="1100" b="1" i="1" kern="1200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ATTIVAZIONE </a:t>
                      </a:r>
                      <a:endParaRPr lang="it-IT" sz="1100" b="1" i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314229"/>
                  </a:ext>
                </a:extLst>
              </a:tr>
              <a:tr h="2040459">
                <a:tc>
                  <a:txBody>
                    <a:bodyPr/>
                    <a:lstStyle/>
                    <a:p>
                      <a:r>
                        <a:rPr lang="it-IT" sz="1000" baseline="0" dirty="0" smtClean="0"/>
                        <a:t>COORDINAZIONE CON SPEED LADDER</a:t>
                      </a:r>
                    </a:p>
                    <a:p>
                      <a:endParaRPr lang="it-IT" sz="1000" baseline="0" dirty="0" smtClean="0"/>
                    </a:p>
                    <a:p>
                      <a:r>
                        <a:rPr lang="it-IT" sz="1000" baseline="0" dirty="0" smtClean="0"/>
                        <a:t>PODALICO IN AVANZAMENTO </a:t>
                      </a: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172784"/>
                  </a:ext>
                </a:extLst>
              </a:tr>
            </a:tbl>
          </a:graphicData>
        </a:graphic>
      </p:graphicFrame>
      <p:sp>
        <p:nvSpPr>
          <p:cNvPr id="2" name="AutoShape 2" descr="AG4IN NAPOLI 4 SCUDETTO FOREX 3mm, 30cm TIFOSO, CALCIO NAPOLETANO Indica Grafica - Foto 1 di 5"/>
          <p:cNvSpPr>
            <a:spLocks noChangeAspect="1" noChangeArrowheads="1"/>
          </p:cNvSpPr>
          <p:nvPr/>
        </p:nvSpPr>
        <p:spPr bwMode="auto">
          <a:xfrm>
            <a:off x="116681" y="-108347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F479252D-00F7-404E-B999-E8FC41B7F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26" y="6346725"/>
            <a:ext cx="5153090" cy="3404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81" y="69000"/>
            <a:ext cx="709796" cy="1010416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55" t="23120" r="31101" b="8000"/>
          <a:stretch/>
        </p:blipFill>
        <p:spPr>
          <a:xfrm>
            <a:off x="11144139" y="207794"/>
            <a:ext cx="613070" cy="6130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flipH="1">
            <a:off x="-182881" y="6296809"/>
            <a:ext cx="6258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	</a:t>
            </a:r>
            <a:r>
              <a:rPr lang="it-IT" dirty="0" smtClean="0"/>
              <a:t>……</a:t>
            </a:r>
            <a:endParaRPr lang="it-IT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8070" y="1194940"/>
            <a:ext cx="2895851" cy="177561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5461" y="3278681"/>
            <a:ext cx="2748460" cy="145094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43582" y="5482880"/>
            <a:ext cx="1667873" cy="103408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27085" y="5037755"/>
            <a:ext cx="1266486" cy="806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7851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897</TotalTime>
  <Words>181</Words>
  <Application>Microsoft Office PowerPoint</Application>
  <PresentationFormat>Widescreen</PresentationFormat>
  <Paragraphs>99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</vt:lpstr>
      <vt:lpstr>Times New Roman</vt:lpstr>
      <vt:lpstr>Tema di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31</cp:revision>
  <cp:lastPrinted>2026-08-05T05:19:17Z</cp:lastPrinted>
  <dcterms:created xsi:type="dcterms:W3CDTF">2026-08-04T17:16:34Z</dcterms:created>
  <dcterms:modified xsi:type="dcterms:W3CDTF">2026-09-14T10:30:35Z</dcterms:modified>
</cp:coreProperties>
</file>