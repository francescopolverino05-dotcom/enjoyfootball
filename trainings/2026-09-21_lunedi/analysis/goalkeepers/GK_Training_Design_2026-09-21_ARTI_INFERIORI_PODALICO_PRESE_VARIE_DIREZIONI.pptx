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A2F2D4-13D8-4FC4-9F83-856D402074F7}" type="datetimeFigureOut">
              <a:rPr lang="it-IT" smtClean="0"/>
              <a:t>21/09/2026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42A0DE-FB34-41F3-AB11-B4CA6849D07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251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508000" y="922338"/>
            <a:ext cx="8178800" cy="4602162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204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0D413C-7B6C-4177-9451-60A772AD7A6A}" type="slidenum">
              <a:rPr kumimoji="0" lang="it-IT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0204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it-IT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975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21/09/2026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05732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21/09/2026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59899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5" y="4406900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5" y="2906716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21/09/2026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41455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1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21/09/2026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34188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21/09/2026</a:t>
            </a:fld>
            <a:endParaRPr lang="it-IT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21900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21/09/2026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58492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21/09/2026</a:t>
            </a:fld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96131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8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21/09/2026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03716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8" y="4800603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8" y="5367341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21/09/2026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69599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21/09/2026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06141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21/09/2026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80783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D6682-5943-4530-BC4D-6F078591F301}" type="datetimeFigureOut">
              <a:rPr lang="it-IT" smtClean="0"/>
              <a:pPr/>
              <a:t>21/09/2026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165602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38696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/>
          <p:cNvSpPr txBox="1"/>
          <p:nvPr/>
        </p:nvSpPr>
        <p:spPr>
          <a:xfrm>
            <a:off x="198211" y="179622"/>
            <a:ext cx="11892455" cy="6694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S.S.C. NAPOLI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Primavera – </a:t>
            </a: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Area Portieri – Stagione </a:t>
            </a: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2026/2027</a:t>
            </a:r>
            <a:endParaRPr kumimoji="0" lang="it-IT" sz="1875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47988"/>
              </p:ext>
            </p:extLst>
          </p:nvPr>
        </p:nvGraphicFramePr>
        <p:xfrm>
          <a:off x="198211" y="885572"/>
          <a:ext cx="5141704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Data:</a:t>
                      </a:r>
                      <a:r>
                        <a:rPr lang="it-IT" sz="800" baseline="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800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21/09/2026 </a:t>
                      </a:r>
                      <a:endParaRPr lang="it-IT" sz="8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Luogo: Arena – G.Piccolo di Cercola (NA)</a:t>
                      </a: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Coach: </a:t>
                      </a:r>
                      <a:r>
                        <a:rPr lang="it-IT" sz="900" dirty="0" err="1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A.Monteleone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All. </a:t>
                      </a:r>
                      <a:r>
                        <a:rPr lang="it-IT" sz="90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N°45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ella 48"/>
          <p:cNvGraphicFramePr>
            <a:graphicFrameLocks noGrp="1"/>
          </p:cNvGraphicFramePr>
          <p:nvPr>
            <p:extLst/>
          </p:nvPr>
        </p:nvGraphicFramePr>
        <p:xfrm>
          <a:off x="209342" y="1176087"/>
          <a:ext cx="5130574" cy="856557"/>
        </p:xfrm>
        <a:graphic>
          <a:graphicData uri="http://schemas.openxmlformats.org/drawingml/2006/table">
            <a:tbl>
              <a:tblPr/>
              <a:tblGrid>
                <a:gridCol w="72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7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7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8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1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578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 </a:t>
                      </a:r>
                      <a:r>
                        <a:rPr lang="it-IT" sz="900" b="1" i="1" u="none" strike="noStrike" dirty="0" smtClean="0">
                          <a:solidFill>
                            <a:srgbClr val="000000"/>
                          </a:solidFill>
                          <a:latin typeface="Cambria"/>
                        </a:rPr>
                        <a:t> </a:t>
                      </a: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Portieri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SQUADRA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PALLONI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SPINELLI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Tattica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CINESINI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4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AMENDOLA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Combinazioni/Tiri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MERONE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Palle Inattive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Partita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Defaticante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5363169" y="886813"/>
          <a:ext cx="6734395" cy="584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945">
                  <a:extLst>
                    <a:ext uri="{9D8B030D-6E8A-4147-A177-3AD203B41FA5}">
                      <a16:colId xmlns:a16="http://schemas.microsoft.com/office/drawing/2014/main" val="2832034978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316629128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lang="it-IT" sz="9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OBIETTIVO:</a:t>
                      </a:r>
                      <a:r>
                        <a:rPr lang="it-IT" sz="9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 LAVORO PODALICO </a:t>
                      </a:r>
                      <a:endParaRPr lang="it-IT" sz="9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070092"/>
                  </a:ext>
                </a:extLst>
              </a:tr>
              <a:tr h="1954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ATTIVAZIONE PODALICA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RIFERIMENTI TATTICI SU PALLA 40 MT 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508696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SKIP VARIE DIREZIONI + RECUPERO PORTA  PIU’ GOL NELLE PORTICINE 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798393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DOPPI SKIP VARIE DIREZIONI ,RECUPERO PORTA CON PRESE 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554144"/>
                  </a:ext>
                </a:extLst>
              </a:tr>
            </a:tbl>
          </a:graphicData>
        </a:graphic>
      </p:graphicFrame>
      <p:sp>
        <p:nvSpPr>
          <p:cNvPr id="32" name="CasellaDiTesto 139"/>
          <p:cNvSpPr txBox="1"/>
          <p:nvPr/>
        </p:nvSpPr>
        <p:spPr>
          <a:xfrm>
            <a:off x="8364252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3" name="CasellaDiTesto 139"/>
          <p:cNvSpPr txBox="1"/>
          <p:nvPr/>
        </p:nvSpPr>
        <p:spPr>
          <a:xfrm>
            <a:off x="8584631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4" name="CasellaDiTesto 139"/>
          <p:cNvSpPr txBox="1"/>
          <p:nvPr/>
        </p:nvSpPr>
        <p:spPr>
          <a:xfrm>
            <a:off x="8364252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5" name="CasellaDiTesto 139"/>
          <p:cNvSpPr txBox="1"/>
          <p:nvPr/>
        </p:nvSpPr>
        <p:spPr>
          <a:xfrm>
            <a:off x="8584631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6" name="CasellaDiTesto 139"/>
          <p:cNvSpPr txBox="1"/>
          <p:nvPr/>
        </p:nvSpPr>
        <p:spPr>
          <a:xfrm>
            <a:off x="8364252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sp>
        <p:nvSpPr>
          <p:cNvPr id="37" name="CasellaDiTesto 139"/>
          <p:cNvSpPr txBox="1"/>
          <p:nvPr/>
        </p:nvSpPr>
        <p:spPr>
          <a:xfrm>
            <a:off x="8584631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09346" y="2057371"/>
            <a:ext cx="0" cy="4197778"/>
          </a:xfrm>
          <a:prstGeom prst="line">
            <a:avLst/>
          </a:prstGeom>
          <a:ln w="127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>
            <p:extLst/>
          </p:nvPr>
        </p:nvGraphicFramePr>
        <p:xfrm>
          <a:off x="223809" y="2064425"/>
          <a:ext cx="5116107" cy="4275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801">
                  <a:extLst>
                    <a:ext uri="{9D8B030D-6E8A-4147-A177-3AD203B41FA5}">
                      <a16:colId xmlns:a16="http://schemas.microsoft.com/office/drawing/2014/main" val="3519220959"/>
                    </a:ext>
                  </a:extLst>
                </a:gridCol>
                <a:gridCol w="2754306">
                  <a:extLst>
                    <a:ext uri="{9D8B030D-6E8A-4147-A177-3AD203B41FA5}">
                      <a16:colId xmlns:a16="http://schemas.microsoft.com/office/drawing/2014/main" val="3575839258"/>
                    </a:ext>
                  </a:extLst>
                </a:gridCol>
              </a:tblGrid>
              <a:tr h="242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ATTIVAZIONE </a:t>
                      </a:r>
                      <a:r>
                        <a:rPr lang="it-IT" sz="11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ARTI INFERIORI </a:t>
                      </a: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351159"/>
                  </a:ext>
                </a:extLst>
              </a:tr>
              <a:tr h="1748965">
                <a:tc>
                  <a:txBody>
                    <a:bodyPr/>
                    <a:lstStyle/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ATTIVAZIONE CON ELASTICI 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ATTIVAZIONE FLESSORI 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AFFONDO PLIOMENTRICO CON CARICO 16KG 3X8 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SQUAT JUMP CON PALLA MEDICA 5KG SU BOX 3X 6 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PRESS E JUMP  100KG 3X 8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542380"/>
                  </a:ext>
                </a:extLst>
              </a:tr>
              <a:tr h="242912">
                <a:tc>
                  <a:txBody>
                    <a:bodyPr/>
                    <a:lstStyle/>
                    <a:p>
                      <a:r>
                        <a:rPr lang="it-IT" sz="1100" b="1" i="1" kern="120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ATTIVAZIONE </a:t>
                      </a:r>
                      <a:endParaRPr lang="it-IT" sz="1100" b="1" i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314229"/>
                  </a:ext>
                </a:extLst>
              </a:tr>
              <a:tr h="2040459">
                <a:tc>
                  <a:txBody>
                    <a:bodyPr/>
                    <a:lstStyle/>
                    <a:p>
                      <a:endParaRPr lang="it-IT" sz="1000" baseline="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172784"/>
                  </a:ext>
                </a:extLst>
              </a:tr>
            </a:tbl>
          </a:graphicData>
        </a:graphic>
      </p:graphicFrame>
      <p:sp>
        <p:nvSpPr>
          <p:cNvPr id="2" name="AutoShape 2" descr="AG4IN NAPOLI 4 SCUDETTO FOREX 3mm, 30cm TIFOSO, CALCIO NAPOLETANO Indica Grafica - Foto 1 di 5"/>
          <p:cNvSpPr>
            <a:spLocks noChangeAspect="1" noChangeArrowheads="1"/>
          </p:cNvSpPr>
          <p:nvPr/>
        </p:nvSpPr>
        <p:spPr bwMode="auto">
          <a:xfrm>
            <a:off x="116681" y="-108347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F479252D-00F7-404E-B999-E8FC41B7F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26" y="6346725"/>
            <a:ext cx="5153090" cy="340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81" y="69000"/>
            <a:ext cx="709796" cy="101041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5" t="23120" r="31101" b="8000"/>
          <a:stretch/>
        </p:blipFill>
        <p:spPr>
          <a:xfrm>
            <a:off x="11144139" y="207794"/>
            <a:ext cx="613070" cy="6130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flipH="1">
            <a:off x="-182881" y="6296809"/>
            <a:ext cx="6258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lang="it-IT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……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07408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</Words>
  <Application>Microsoft Office PowerPoint</Application>
  <PresentationFormat>Widescreen</PresentationFormat>
  <Paragraphs>81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Times New Roman</vt:lpstr>
      <vt:lpstr>Tema di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</cp:revision>
  <dcterms:created xsi:type="dcterms:W3CDTF">2026-09-21T11:57:25Z</dcterms:created>
  <dcterms:modified xsi:type="dcterms:W3CDTF">2026-09-21T11:58:41Z</dcterms:modified>
</cp:coreProperties>
</file>