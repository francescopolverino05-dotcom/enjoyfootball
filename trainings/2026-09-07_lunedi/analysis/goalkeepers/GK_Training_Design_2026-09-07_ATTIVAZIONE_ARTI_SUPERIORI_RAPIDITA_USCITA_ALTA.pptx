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53E90-F3BD-4DAF-89BB-9340A5DED15A}" type="datetimeFigureOut">
              <a:rPr lang="it-IT" smtClean="0"/>
              <a:t>07/09/2026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994AB-648E-4D85-B7EE-85A1353A1C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446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20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204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145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976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4401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7812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85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024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981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7987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6436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047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20527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5092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07/09/2026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163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07/09/2026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N°36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PUGLIESE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STEP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OVER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BASSI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3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SPAZIO USCITA ALTA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LAVORO PLIOMETRICO PIU’ AGGIUSTAMENTO USCITA ALTA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SKIP FRONTALE RICAVE E SCAMBIA CON P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SI RIPOSIZIONA PER DIFENDERE SPAZIO CON USCITA ALTA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SITUAZIONE P SI POSIZIONA E SPOSTA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COMBINA CON P CHE METTE CROSS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DOPPIA COMBINAZIONE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TOTAL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BODY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TRX ED ELASTICI PER LA CATENA POSTERIORE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COORDINAZIONE CON OVER BASSI +</a:t>
                      </a:r>
                    </a:p>
                    <a:p>
                      <a:r>
                        <a:rPr lang="it-IT" sz="1000" baseline="0" dirty="0" smtClean="0"/>
                        <a:t>PRESE VARIE DIREZIONI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650631" y="6317865"/>
            <a:ext cx="536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SPINELLI IN PRIMA SQUADRA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046" y="1194940"/>
            <a:ext cx="2019475" cy="16835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5724" y="3186603"/>
            <a:ext cx="2781193" cy="14177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1254" y="4981237"/>
            <a:ext cx="2522721" cy="158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35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</Words>
  <Application>Microsoft Office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2026-09-07T09:35:18Z</dcterms:created>
  <dcterms:modified xsi:type="dcterms:W3CDTF">2026-09-07T09:36:59Z</dcterms:modified>
</cp:coreProperties>
</file>