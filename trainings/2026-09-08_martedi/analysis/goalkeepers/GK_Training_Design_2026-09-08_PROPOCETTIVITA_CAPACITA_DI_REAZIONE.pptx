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E29EF-B05C-4146-9D73-E19C441ECFEF}" type="datetimeFigureOut">
              <a:rPr lang="it-IT" smtClean="0"/>
              <a:t>11/09/2026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CDE8C-0BB2-468B-9C22-C0DABEB5257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970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20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204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205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4314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0642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905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703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330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921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5132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91197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5071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76092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8354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3050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08/09/2026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N°37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092937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ASTE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3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800" b="1" i="1" u="none" strike="noStrike" kern="120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PUGLIESE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CAPACITA’ DI REAZIONE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E P SCAMBIANO I PALLONI PER AUMENTARE LA SENSIBILITA’ E LA DESTRAZZA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PALLA SOPRA E SOTTO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PALLA LATERALE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PALLA BATTENTE AVANTI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VARIANTE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LASCIA LA PALLA E P VA IN ADATTAMENTO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SKIP PIU’ RECUPERO E 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-PASSAGGIO MEDIO E LUNGA  DISTANZA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-CON PRESE VARIE DIREZIONI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REAGISCE  DA PALLA SBUCATA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MOBILITA’ 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PROPOCETTIVA CON E SENZA PALLINE </a:t>
                      </a:r>
                    </a:p>
                    <a:p>
                      <a:r>
                        <a:rPr lang="it-IT" sz="1000" baseline="0" dirty="0" smtClean="0"/>
                        <a:t>+</a:t>
                      </a:r>
                    </a:p>
                    <a:p>
                      <a:r>
                        <a:rPr lang="it-IT" sz="1000" baseline="0" dirty="0" smtClean="0"/>
                        <a:t>PSICOCINETICA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it-I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……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9649" y="3124319"/>
            <a:ext cx="1794649" cy="82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744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Widescreen</PresentationFormat>
  <Paragraphs>88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2026-09-08T10:21:25Z</dcterms:created>
  <dcterms:modified xsi:type="dcterms:W3CDTF">2026-09-11T10:38:57Z</dcterms:modified>
</cp:coreProperties>
</file>