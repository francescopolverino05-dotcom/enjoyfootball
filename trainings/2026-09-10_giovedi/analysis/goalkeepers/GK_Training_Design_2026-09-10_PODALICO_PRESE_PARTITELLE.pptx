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10/09/2026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211626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10/09/2026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N°38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380425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896426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PORTA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SPOSTAMENTI PIU PASSAGGIO E DOPPIO PASSAGGIO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BALZO PIU’ PRESA ALLA FIGURA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RECUPERA PORTA IN DIAGONALE BALZO E PARATA IN TUFFO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558271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CON ELASTICI ARTI INFERIORI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PLIOMETRIA IN CAMPO PIU’ PRESE </a:t>
                      </a:r>
                    </a:p>
                    <a:p>
                      <a:r>
                        <a:rPr lang="it-IT" sz="1000" baseline="0" dirty="0" smtClean="0"/>
                        <a:t>VARIE DIREZIONI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</a:t>
            </a:r>
            <a:r>
              <a:rPr lang="it-IT" dirty="0" smtClean="0"/>
              <a:t>              SPINELLI IN PRIMA SQUADRA</a:t>
            </a:r>
            <a:endParaRPr lang="it-IT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4622" y="3364324"/>
            <a:ext cx="2000730" cy="11641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7453" y="1484047"/>
            <a:ext cx="2220520" cy="139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108</Words>
  <Application>Microsoft Office PowerPoint</Application>
  <PresentationFormat>Widescreen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27</cp:revision>
  <cp:lastPrinted>2026-08-05T05:19:17Z</cp:lastPrinted>
  <dcterms:created xsi:type="dcterms:W3CDTF">2026-08-04T17:16:34Z</dcterms:created>
  <dcterms:modified xsi:type="dcterms:W3CDTF">2026-09-10T11:23:02Z</dcterms:modified>
</cp:coreProperties>
</file>