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86575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D8632969-8A0D-45EF-971A-76EE4D1B00D3}" type="datetimeFigureOut">
              <a:rPr lang="it-IT" smtClean="0"/>
              <a:t>02/09/2026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106258FA-BB3F-4E2C-9E10-624DB655E6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82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0453">
              <a:defRPr/>
            </a:pPr>
            <a:fld id="{250D413C-7B6C-4177-9451-60A772AD7A6A}" type="slidenum">
              <a:rPr lang="it-IT">
                <a:solidFill>
                  <a:prstClr val="black"/>
                </a:solidFill>
                <a:latin typeface="Calibri"/>
              </a:rPr>
              <a:pPr defTabSz="1020453">
                <a:defRPr/>
              </a:pPr>
              <a:t>1</a:t>
            </a:fld>
            <a:endParaRPr lang="it-IT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7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02/09/2026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228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02/09/2026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16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02/09/2026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81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02/09/2026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95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02/09/2026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10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02/09/2026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5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02/09/2026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0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02/09/2026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02/09/2026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91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02/09/2026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71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02/09/2026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636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02/09/2026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67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775825"/>
              </p:ext>
            </p:extLst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02/09/2026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N°32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893121"/>
              </p:ext>
            </p:extLst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AMENDOLA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448038"/>
              </p:ext>
            </p:extLst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DIFESA PORTA TUFFO E CONTROMOVIMENTO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100" dirty="0" smtClean="0">
                          <a:solidFill>
                            <a:schemeClr val="tx1"/>
                          </a:solidFill>
                        </a:rPr>
                        <a:t>DA</a:t>
                      </a:r>
                      <a:r>
                        <a:rPr lang="it-IT" sz="1100" baseline="0" dirty="0" smtClean="0">
                          <a:solidFill>
                            <a:schemeClr val="tx1"/>
                          </a:solidFill>
                        </a:rPr>
                        <a:t> PALLA CENTRALE E SU SPOSTAMENTI</a:t>
                      </a:r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SI POSIZIONA  SUL CINESINO EFFETTUA RECUPERO PORTA +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PRESE VARIE DIREZIONI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ADATTAMENTO AL TERRENO +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PARATE IN DIAGONALE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SI POSIZIONA SUL CINESINO DI RIFERIMENTOEFFETTUA SPOSTAMENTO CON PARATE SULLAPRIMA DIAGONALE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SULLA SECONDA DIAGONALE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VARIAZIONE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M COLPISCE PALLA RASO O MEZZA MEDIANTE LO SCUDO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SITUAZIONE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CONDUCE PALLA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ED EFFETTUA TRAVERSONE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M E P ATTACCANO COLPENDO DI PRIMA IN PORTA 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322884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ARTI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SUPERIORI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ATTIVAZIONE TRX E ED ELASTICI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CORE STABILITY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SPINTE SU PANCA PIANA 30KG 3X8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LOW ROW 55KG 3X8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SPALLE E BICIPIDI (2 MOVIMENTI) 3X10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PODALICA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REATTIVITA’ IN SPAZIO PICCOLO</a:t>
                      </a:r>
                    </a:p>
                    <a:p>
                      <a:r>
                        <a:rPr lang="it-IT" sz="1000" baseline="0" dirty="0" smtClean="0"/>
                        <a:t>P BLOCCA PALLINA , CHIAMA IL COLORE (IN VISIONE PERIFERICA) ED EFFETTUA PASSAGGI RASO</a:t>
                      </a:r>
                    </a:p>
                    <a:p>
                      <a:r>
                        <a:rPr lang="it-IT" sz="1000" baseline="0" dirty="0" smtClean="0"/>
                        <a:t>20’ DI LAVORO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ALLARGO IL CAMPO E TENENDO CONTO I RIFERIMENTI TATTICI , P EFFETTUA </a:t>
                      </a:r>
                    </a:p>
                    <a:p>
                      <a:r>
                        <a:rPr lang="it-IT" sz="1000" baseline="0" dirty="0" smtClean="0"/>
                        <a:t>POSSESSO E FASE DI RECUPERO PORTA/DIFESA SPAZIO</a:t>
                      </a:r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709796" cy="101041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-182881" y="6296809"/>
            <a:ext cx="625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	</a:t>
            </a:r>
            <a:r>
              <a:rPr lang="it-IT" dirty="0" smtClean="0"/>
              <a:t>……</a:t>
            </a:r>
            <a:endParaRPr lang="it-IT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0706" y="1176087"/>
            <a:ext cx="1788201" cy="11857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7174" y="3067559"/>
            <a:ext cx="1516884" cy="9944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7311" y="3749441"/>
            <a:ext cx="1683819" cy="111557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8243" y="4981237"/>
            <a:ext cx="2115400" cy="124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85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890</TotalTime>
  <Words>212</Words>
  <Application>Microsoft Office PowerPoint</Application>
  <PresentationFormat>Widescreen</PresentationFormat>
  <Paragraphs>96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30</cp:revision>
  <cp:lastPrinted>2026-08-05T05:19:17Z</cp:lastPrinted>
  <dcterms:created xsi:type="dcterms:W3CDTF">2026-08-04T17:16:34Z</dcterms:created>
  <dcterms:modified xsi:type="dcterms:W3CDTF">2026-09-02T10:01:12Z</dcterms:modified>
</cp:coreProperties>
</file>