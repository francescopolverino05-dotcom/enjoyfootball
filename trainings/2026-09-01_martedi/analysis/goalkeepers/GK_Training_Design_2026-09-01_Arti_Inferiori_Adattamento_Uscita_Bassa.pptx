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01/09/2026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763763"/>
              </p:ext>
            </p:extLst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01/09/2026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N°31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377654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ASTE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3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180583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DIFESA SPAZIO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SI POSTURA IN ANTERO POSTERIORE VS ZONA PALLA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TENENDO CONTO I RIFERIMENTI TATTICI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PALLA PORTA AVVERSARI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INTERVIENE DA FILTRANTE O PASSANTE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IN MANIERA DIRETTA E INDIRETTA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12814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ARTI</a:t>
                      </a:r>
                      <a:r>
                        <a:rPr lang="it-IT" sz="1100" i="1" baseline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INFERIORI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CON ELASTICI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PROPOCETTIVITA’ CON WALL BALL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SPINTE DA SEDUTO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ESERCIZI PER ADDUTTORI SU PANCA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SUMO SQUAT 20KG 3X8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SALTI PLIOMETRICI FRONT. 16KG  3X8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SALTI PLIOMETRICI LATERALI 16KG 3X8+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TECNICA PROPEDEUTICA ALL’USCITA BASSA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ADATTAMENTO  A STEP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DA TERRA-IN SPOSTAMENTI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SPOSTAMENTI TRA LE SAGOME E PARATE </a:t>
                      </a:r>
                    </a:p>
                    <a:p>
                      <a:r>
                        <a:rPr lang="it-IT" sz="1000" baseline="0" smtClean="0"/>
                        <a:t>FRONTALI E BASSE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09" y="16852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	</a:t>
            </a:r>
            <a:r>
              <a:rPr lang="it-IT" dirty="0" smtClean="0"/>
              <a:t>……</a:t>
            </a:r>
            <a:endParaRPr lang="it-IT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7453" y="1194940"/>
            <a:ext cx="1489827" cy="944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0533" y="2057371"/>
            <a:ext cx="1716810" cy="10111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7453" y="3106293"/>
            <a:ext cx="1843802" cy="8994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3056" y="4005721"/>
            <a:ext cx="2374954" cy="8652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7952" y="5354622"/>
            <a:ext cx="1804625" cy="81932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8845" y="4331810"/>
            <a:ext cx="2198420" cy="93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154</Words>
  <Application>Microsoft Office PowerPoint</Application>
  <PresentationFormat>Widescreen</PresentationFormat>
  <Paragraphs>93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28</cp:revision>
  <cp:lastPrinted>2026-08-05T05:19:17Z</cp:lastPrinted>
  <dcterms:created xsi:type="dcterms:W3CDTF">2026-08-04T17:16:34Z</dcterms:created>
  <dcterms:modified xsi:type="dcterms:W3CDTF">2026-09-01T09:11:19Z</dcterms:modified>
</cp:coreProperties>
</file>