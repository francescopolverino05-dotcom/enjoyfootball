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86575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D8632969-8A0D-45EF-971A-76EE4D1B00D3}" type="datetimeFigureOut">
              <a:rPr lang="it-IT" smtClean="0"/>
              <a:t>16/09/2026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106258FA-BB3F-4E2C-9E10-624DB655E6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82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0453">
              <a:defRPr/>
            </a:pPr>
            <a:fld id="{250D413C-7B6C-4177-9451-60A772AD7A6A}" type="slidenum">
              <a:rPr lang="it-IT">
                <a:solidFill>
                  <a:prstClr val="black"/>
                </a:solidFill>
                <a:latin typeface="Calibri"/>
              </a:rPr>
              <a:pPr defTabSz="1020453">
                <a:defRPr/>
              </a:pPr>
              <a:t>1</a:t>
            </a:fld>
            <a:endParaRPr lang="it-IT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7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16/09/2026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228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16/09/2026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16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16/09/2026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81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16/09/2026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95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16/09/2026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10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16/09/2026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5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16/09/2026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0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16/09/2026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16/09/2026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91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16/09/2026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71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16/09/2026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636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16/09/2026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67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551284"/>
              </p:ext>
            </p:extLst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16/09/2026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N°42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466014"/>
              </p:ext>
            </p:extLst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AMENDOLA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197742"/>
              </p:ext>
            </p:extLst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GLOBALE 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CERCO LA RAPIDITA’ NELLA FASE INIZIALE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ADATTAMENTOCON RECUPERI DA VARIE DIREZIONI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EFFETTUA SPOSTAMENTO LATERALE E FRONTALE + ADATTAMENTO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PARTE DA GIALLO RECCUPERA PORTA E PARA VS SINISTRA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DI MOVIMENTO LANCIA PALLA A M CHE IMPATTA CON LO SCUDO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EFFETTUA ATTACCO O PARATA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POI DIFENDE IL TIRO SUL CINESINO DALLA DIAGONALE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IL TERZO INTERVENTO DA CROSS DA ZONA 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SI POSIZIONA IN ZONA 5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M O METTE PALLA NELLO SPAZIO, O TRASMETTE A P CHE COLPISCE A PORTA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POI L’AZIONE SI SVOLGE DA ZONA 4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LA PALLA VIENE TRASMESSA A P CHE IMPATTA CON LO SCUDO-O SCARICA A M CHE CALCIA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822486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ATTIVAZIONE ELASTICI E TRX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PLANK 3X  1’30’’ REC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TIRATE CON ASTA PER DORSO 3X10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4 PUSH UP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SPINTE CON ELASTICO E ASTA 3X10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4 PUSH UP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APERTURA BRACCIA PER I DORSALI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4 PUSH UP</a:t>
                      </a: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COORDINAZIONE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1\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709796" cy="101041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-182881" y="6296809"/>
            <a:ext cx="625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	</a:t>
            </a:r>
            <a:r>
              <a:rPr lang="it-IT" dirty="0" smtClean="0"/>
              <a:t>……</a:t>
            </a:r>
            <a:endParaRPr lang="it-IT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7453" y="1215661"/>
            <a:ext cx="1305292" cy="7774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2218" y="1604364"/>
            <a:ext cx="1407495" cy="129187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3738" y="3689609"/>
            <a:ext cx="1431577" cy="102487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9662" y="3095082"/>
            <a:ext cx="1302556" cy="9556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6568" y="5013194"/>
            <a:ext cx="1188633" cy="8512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92417" y="5358398"/>
            <a:ext cx="1717875" cy="128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85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944</TotalTime>
  <Words>213</Words>
  <Application>Microsoft Office PowerPoint</Application>
  <PresentationFormat>Widescreen</PresentationFormat>
  <Paragraphs>91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31</cp:revision>
  <cp:lastPrinted>2026-09-16T10:25:32Z</cp:lastPrinted>
  <dcterms:created xsi:type="dcterms:W3CDTF">2026-08-04T17:16:34Z</dcterms:created>
  <dcterms:modified xsi:type="dcterms:W3CDTF">2026-09-16T11:08:30Z</dcterms:modified>
</cp:coreProperties>
</file>