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556A1-84A4-450F-9596-93A96B6EA3C9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C0C2C-1CD3-4A27-B69F-84CB9298446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038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35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3588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6361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8015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9970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328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0198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036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286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760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965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386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03/09/2026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494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03/09/2026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N°33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565823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STEP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DIFESA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SPAZIO USCITA ALTA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SITUAZIONI DI USCITA ALTA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RICONOSCE RIFERIMENTI TATTICI E POSIZIONAMNETI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COORDINATIVA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LAVORO COORDINATIVO 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AGGIUSTAMENTO ALL’USCITA ALTA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P EFFETTUA VARIE CORSE ED EFFETTUA PRESE VARIE DIREZIONI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……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6455" y="4357458"/>
            <a:ext cx="1945636" cy="12080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6455" y="2335179"/>
            <a:ext cx="1268537" cy="9696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2549" y="3011213"/>
            <a:ext cx="1398966" cy="8377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0706" y="1176088"/>
            <a:ext cx="1589793" cy="11590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864" y="3304846"/>
            <a:ext cx="1577874" cy="127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86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2026-09-03T09:43:54Z</dcterms:created>
  <dcterms:modified xsi:type="dcterms:W3CDTF">2026-09-03T09:44:38Z</dcterms:modified>
</cp:coreProperties>
</file>