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97EE8E-8897-49D6-AABA-CBA9B28EE0DE}" type="datetimeFigureOut">
              <a:rPr lang="it-IT" smtClean="0"/>
              <a:t>17/09/2026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30E780-37CC-41F2-A1E9-2917A885825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7028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508000" y="922338"/>
            <a:ext cx="8178800" cy="4602162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20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0D413C-7B6C-4177-9451-60A772AD7A6A}" type="slidenum">
              <a:rPr kumimoji="0" lang="it-IT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0204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150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17/09/2026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18628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17/09/2026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19180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17/09/2026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02133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17/09/2026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15812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17/09/2026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55518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17/09/2026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91700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17/09/2026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40267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17/09/2026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06003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17/09/2026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01066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17/09/2026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1605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17/09/2026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13354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17/09/2026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63646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016285"/>
              </p:ext>
            </p:extLst>
          </p:nvPr>
        </p:nvGraphicFramePr>
        <p:xfrm>
          <a:off x="198211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17/09/2026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N°43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/>
          </p:nvPr>
        </p:nvGraphicFramePr>
        <p:xfrm>
          <a:off x="209342" y="1176087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  <a:r>
                        <a:rPr lang="it-IT" sz="900" b="1" i="1" u="none" strike="noStrike" dirty="0" smtClean="0">
                          <a:solidFill>
                            <a:srgbClr val="000000"/>
                          </a:solidFill>
                          <a:latin typeface="Cambria"/>
                        </a:rPr>
                        <a:t> </a:t>
                      </a: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SAGOME 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2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AMENDOLA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STEP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2</a:t>
                      </a:r>
                      <a:r>
                        <a:rPr lang="it-IT" sz="800" b="1" i="1" u="none" strike="noStrike" kern="1200" baseline="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OVER</a:t>
                      </a:r>
                      <a:r>
                        <a:rPr lang="it-IT" sz="800" b="1" i="1" u="none" strike="noStrike" kern="1200" baseline="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BASSI 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3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5363169" y="886813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DIFESA SPAZIO USCITA ALTA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LAVORO PLIOMETRICO PIU’ ADATTAMENTO ALL’USCITA ALTA,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SI RIPOSIZIONA DA ZONA 2 ED EFFETTUA USCITA ALTA  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SITUAZIONE P SI POSIZIONA E SPOSTA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M COMBINA CON P CHE METTE CROSS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VARIAZIONE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DOPPIA COMBINAZIONE 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/>
          </p:nvPr>
        </p:nvGraphicFramePr>
        <p:xfrm>
          <a:off x="223809" y="2064425"/>
          <a:ext cx="5116107" cy="42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 </a:t>
                      </a:r>
                      <a:r>
                        <a:rPr lang="it-IT" sz="11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ARTI</a:t>
                      </a:r>
                      <a:r>
                        <a:rPr lang="it-IT" sz="11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INFERIORI</a:t>
                      </a:r>
                      <a:endParaRPr lang="it-IT" sz="1100" i="1" dirty="0" smtClean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ATTIVAZIONE CON ELASTICI E MINI BAND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PIOMENTRIA CON 2 STEP APPOGGI E BALZI 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BOX </a:t>
                      </a: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ATTIVAZIONE TATT.</a:t>
                      </a:r>
                      <a:r>
                        <a:rPr lang="it-IT" sz="1100" b="1" i="1" kern="12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 PODALICO</a:t>
                      </a:r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EFFETTUA BALZO MONOPODALICO     RICEVE E SCAMBIA CON P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SI RIPOSIZIONA PER DIFENDERE SPAZIO DA ZONA 5 (ADATTAMENTO)</a:t>
                      </a:r>
                    </a:p>
                    <a:p>
                      <a:endParaRPr lang="it-IT" sz="1000" baseline="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709796" cy="101041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650631" y="6317865"/>
            <a:ext cx="5363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…….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890" y="2439413"/>
            <a:ext cx="2019475" cy="142448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0623" y="4381999"/>
            <a:ext cx="2575969" cy="141776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61254" y="4981237"/>
            <a:ext cx="2522721" cy="158661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61254" y="1358515"/>
            <a:ext cx="2487751" cy="134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2927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Microsoft Office PowerPoint</Application>
  <PresentationFormat>Widescreen</PresentationFormat>
  <Paragraphs>87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</cp:revision>
  <dcterms:created xsi:type="dcterms:W3CDTF">2026-09-17T10:16:28Z</dcterms:created>
  <dcterms:modified xsi:type="dcterms:W3CDTF">2026-09-17T10:49:14Z</dcterms:modified>
</cp:coreProperties>
</file>