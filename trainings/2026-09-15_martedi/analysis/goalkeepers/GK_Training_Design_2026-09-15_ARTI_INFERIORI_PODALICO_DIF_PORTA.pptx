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15/09/2026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15/09/2026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743095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15/09/2026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N°41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722847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675873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PORTA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SPOSTAMENTI SU STEP PIU’ PRESE VARIE DIREZIONI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SPOSTAMENTI SSU STEP PIU’ ADATTAMENTO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LAVORO DI FORZA PIU’ ADATTAMENTO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GLOBALE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TRASMETTE PALLA NELLO SPAZIO O A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POSIZONA DA PALLA SCOPERTA O COPERTA ED EFFETTUA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RECUPERO PORTA POSIZIONE E PARATA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DIFESA DELLO SPAZIO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155199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</a:t>
                      </a:r>
                      <a:r>
                        <a:rPr lang="it-IT" sz="1100" i="1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INFERIORI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CON ELASTICI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SQUAT + SPINTE 20KG 6X3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DOPPIO AFFONDO 25KG 6X3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LEG PRESS 100 KG 5X 3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PODALICA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SPOSTAMENTI E TATTICA PODALICA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SPOSTAMENTI E POSIZIONAMENTI DA PALLA COPERTA O SCOPERTA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</a:t>
            </a:r>
            <a:r>
              <a:rPr lang="it-IT" dirty="0" smtClean="0"/>
              <a:t>              spinelli in prima squadra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1314" y="4369241"/>
            <a:ext cx="1521071" cy="7121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4767" y="5200528"/>
            <a:ext cx="1473953" cy="9668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706" y="1227525"/>
            <a:ext cx="1539951" cy="7536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3899" y="2064425"/>
            <a:ext cx="1796775" cy="9320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0070" y="3158817"/>
            <a:ext cx="1398140" cy="8463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8210" y="3880427"/>
            <a:ext cx="1325846" cy="9368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4818" y="5037749"/>
            <a:ext cx="2101839" cy="147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154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29</cp:revision>
  <cp:lastPrinted>2026-08-05T05:19:17Z</cp:lastPrinted>
  <dcterms:created xsi:type="dcterms:W3CDTF">2026-08-04T17:16:34Z</dcterms:created>
  <dcterms:modified xsi:type="dcterms:W3CDTF">2026-09-15T09:59:28Z</dcterms:modified>
</cp:coreProperties>
</file>